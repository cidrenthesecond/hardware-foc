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0"/>
  </p:notesMasterIdLst>
  <p:sldIdLst>
    <p:sldId id="256" r:id="rId6"/>
    <p:sldId id="482" r:id="rId7"/>
    <p:sldId id="483" r:id="rId8"/>
    <p:sldId id="484" r:id="rId9"/>
    <p:sldId id="485" r:id="rId10"/>
    <p:sldId id="486" r:id="rId11"/>
    <p:sldId id="487" r:id="rId12"/>
    <p:sldId id="488" r:id="rId13"/>
    <p:sldId id="489" r:id="rId14"/>
    <p:sldId id="490" r:id="rId15"/>
    <p:sldId id="491" r:id="rId16"/>
    <p:sldId id="492" r:id="rId17"/>
    <p:sldId id="493" r:id="rId18"/>
    <p:sldId id="494" r:id="rId19"/>
  </p:sldIdLst>
  <p:sldSz cx="12187238" cy="6859588"/>
  <p:notesSz cx="6858000" cy="9144000"/>
  <p:custDataLst>
    <p:tags r:id="rId21"/>
  </p:custDataLst>
  <p:defaultTextStyle>
    <a:defPPr>
      <a:defRPr lang="fr-F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orient="horz" pos="816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B GRIFFIN" initials="DBG" lastIdx="2" clrIdx="0">
    <p:extLst>
      <p:ext uri="{19B8F6BF-5375-455C-9EA6-DF929625EA0E}">
        <p15:presenceInfo xmlns:p15="http://schemas.microsoft.com/office/powerpoint/2012/main" userId="S-1-5-21-2000478354-220523388-725345543-443042" providerId="AD"/>
      </p:ext>
    </p:extLst>
  </p:cmAuthor>
  <p:cmAuthor id="2" name="Roland VAN DER TUIJN" initials="RVDT" lastIdx="9" clrIdx="1">
    <p:extLst>
      <p:ext uri="{19B8F6BF-5375-455C-9EA6-DF929625EA0E}">
        <p15:presenceInfo xmlns:p15="http://schemas.microsoft.com/office/powerpoint/2012/main" userId="S-1-5-21-2000478354-220523388-725345543-4642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2A57"/>
    <a:srgbClr val="002052"/>
    <a:srgbClr val="6CB2E6"/>
    <a:srgbClr val="26451C"/>
    <a:srgbClr val="B7007C"/>
    <a:srgbClr val="C4D6EE"/>
    <a:srgbClr val="F5D312"/>
    <a:srgbClr val="BCBFC4"/>
    <a:srgbClr val="999798"/>
    <a:srgbClr val="525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82" autoAdjust="0"/>
    <p:restoredTop sz="95084" autoAdjust="0"/>
  </p:normalViewPr>
  <p:slideViewPr>
    <p:cSldViewPr showGuides="1">
      <p:cViewPr varScale="1">
        <p:scale>
          <a:sx n="81" d="100"/>
          <a:sy n="81" d="100"/>
        </p:scale>
        <p:origin x="850" y="62"/>
      </p:cViewPr>
      <p:guideLst>
        <p:guide orient="horz" pos="2161"/>
        <p:guide orient="horz" pos="816"/>
        <p:guide pos="3839"/>
      </p:guideLst>
    </p:cSldViewPr>
  </p:slideViewPr>
  <p:outlineViewPr>
    <p:cViewPr>
      <p:scale>
        <a:sx n="33" d="100"/>
        <a:sy n="33" d="100"/>
      </p:scale>
      <p:origin x="0" y="-34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788"/>
    </p:cViewPr>
  </p:sorterViewPr>
  <p:notesViewPr>
    <p:cSldViewPr>
      <p:cViewPr varScale="1">
        <p:scale>
          <a:sx n="41" d="100"/>
          <a:sy n="41" d="100"/>
        </p:scale>
        <p:origin x="-140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CADC714-B8C8-41CC-8B32-1E23D8396FA6}" type="datetimeFigureOut">
              <a:rPr lang="fr-FR" smtClean="0"/>
              <a:pPr/>
              <a:t>23/10/2020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D440946-B3FE-4062-9BAE-4125F5E6CB49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526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</a:rPr>
              <a:t>Hello, and welcome to this presentation of the STM32WB </a:t>
            </a:r>
            <a:r>
              <a:rPr lang="en-US" baseline="0" dirty="0">
                <a:solidFill>
                  <a:schemeClr val="tx1"/>
                </a:solidFill>
              </a:rPr>
              <a:t>Application for Bluetooth Low Energy feature</a:t>
            </a:r>
            <a:r>
              <a:rPr lang="en-US" baseline="0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531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4358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324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3783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0346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605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8813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40946-B3FE-4062-9BAE-4125F5E6CB49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65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179" y="-170606"/>
            <a:ext cx="9269190" cy="7555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34680" y="1687947"/>
            <a:ext cx="10359152" cy="1470366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34680" y="3403284"/>
            <a:ext cx="8531067" cy="1753006"/>
          </a:xfrm>
        </p:spPr>
        <p:txBody>
          <a:bodyPr>
            <a:normAutofit/>
          </a:bodyPr>
          <a:lstStyle>
            <a:lvl1pPr marL="0" indent="0" algn="l">
              <a:buNone/>
              <a:defRPr sz="1900" baseline="0">
                <a:solidFill>
                  <a:srgbClr val="1C2A57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7" name="Picture 4" descr="D:\Le sel en +\Realisations\TBWA\120117 Microelectronics\ST_Bloc marque_Qi_H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68" y="5640082"/>
            <a:ext cx="3262725" cy="105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2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09362" y="1277793"/>
            <a:ext cx="10968514" cy="1652117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2400"/>
              </a:spcBef>
              <a:buClr>
                <a:schemeClr val="tx2"/>
              </a:buClr>
              <a:defRPr baseline="0"/>
            </a:lvl1pPr>
            <a:lvl2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>
                <a:solidFill>
                  <a:srgbClr val="52524A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accent3"/>
                </a:solidFill>
              </a:defRPr>
            </a:lvl4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5B31B9E4-8E4D-4C86-BFD7-412B282B373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21845" y="6524697"/>
            <a:ext cx="4551002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4530" y="6524697"/>
            <a:ext cx="705321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fr-FR" sz="11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7C1BCAF-80A6-4211-AF49-13864F134AF4}" type="datetime1">
              <a:rPr lang="fr-FR" smtClean="0"/>
              <a:t>23/10/2020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8274968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639939" y="7811"/>
            <a:ext cx="15739599" cy="933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90560" y="4756325"/>
            <a:ext cx="10359152" cy="1362390"/>
          </a:xfrm>
        </p:spPr>
        <p:txBody>
          <a:bodyPr anchor="t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21845" y="6524697"/>
            <a:ext cx="4551002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4530" y="6524697"/>
            <a:ext cx="705321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fr-FR" sz="11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EF7455F-A596-4B37-9775-8D124FA84067}" type="datetime1">
              <a:rPr lang="fr-FR" smtClean="0"/>
              <a:t>23/10/2020</a:t>
            </a:fld>
            <a:endParaRPr lang="fr-FR"/>
          </a:p>
        </p:txBody>
      </p:sp>
      <p:sp>
        <p:nvSpPr>
          <p:cNvPr id="6" name="TextBox 5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90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62" y="121948"/>
            <a:ext cx="10762781" cy="97579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09362" y="1549077"/>
            <a:ext cx="10968514" cy="1652117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2400"/>
              </a:spcBef>
              <a:defRPr baseline="0"/>
            </a:lvl1pPr>
            <a:lvl2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09362" y="1092453"/>
            <a:ext cx="10765394" cy="406494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None/>
              <a:defRPr sz="3000" baseline="0"/>
            </a:lvl1pPr>
          </a:lstStyle>
          <a:p>
            <a:pPr lvl="0"/>
            <a:r>
              <a:rPr lang="en-US" dirty="0"/>
              <a:t>Click to edit Master subtitle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21845" y="6524697"/>
            <a:ext cx="4551002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4530" y="6524697"/>
            <a:ext cx="705321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fr-FR" sz="11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5418D6B-9A89-4AB5-A5BE-F63E166ED8B1}" type="datetime1">
              <a:rPr lang="fr-FR" smtClean="0"/>
              <a:t>23/10/2020</a:t>
            </a:fld>
            <a:endParaRPr lang="fr-FR"/>
          </a:p>
        </p:txBody>
      </p:sp>
      <p:sp>
        <p:nvSpPr>
          <p:cNvPr id="11" name="TextBox 10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0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09362" y="1288447"/>
            <a:ext cx="5382697" cy="1313158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2400"/>
              </a:spcBef>
              <a:defRPr sz="2600"/>
            </a:lvl1pPr>
            <a:lvl2pPr>
              <a:lnSpc>
                <a:spcPct val="100000"/>
              </a:lnSpc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8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noProof="0" dirty="0"/>
              <a:t>Click to edit Master text </a:t>
            </a:r>
            <a:r>
              <a:rPr lang="en-US" noProof="0" dirty="0" err="1"/>
              <a:t>sytles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4" hasCustomPrompt="1"/>
          </p:nvPr>
        </p:nvSpPr>
        <p:spPr>
          <a:xfrm>
            <a:off x="6181393" y="1288447"/>
            <a:ext cx="5382697" cy="1343935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2400"/>
              </a:spcBef>
              <a:defRPr sz="2600"/>
            </a:lvl1pPr>
            <a:lvl2pPr>
              <a:lnSpc>
                <a:spcPct val="100000"/>
              </a:lnSpc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8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noProof="0" dirty="0"/>
              <a:t>Click to edit Master text </a:t>
            </a:r>
            <a:r>
              <a:rPr lang="en-US" noProof="0" dirty="0" err="1"/>
              <a:t>sytles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21845" y="6524697"/>
            <a:ext cx="4551002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2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4530" y="6524697"/>
            <a:ext cx="705321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fr-FR" sz="11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A737017-1253-4AFD-A3B1-DEC71202F948}" type="datetime1">
              <a:rPr lang="fr-FR" smtClean="0"/>
              <a:t>23/10/2020</a:t>
            </a:fld>
            <a:endParaRPr lang="fr-FR"/>
          </a:p>
        </p:txBody>
      </p:sp>
      <p:sp>
        <p:nvSpPr>
          <p:cNvPr id="8" name="TextBox 7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699190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t>‹#›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21845" y="6524697"/>
            <a:ext cx="4551002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4530" y="6524697"/>
            <a:ext cx="705321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fr-FR" sz="11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5510C41-FA5A-4035-B187-18D30FC42DCB}" type="datetime1">
              <a:rPr lang="fr-FR" smtClean="0"/>
              <a:t>23/10/2020</a:t>
            </a:fld>
            <a:endParaRPr lang="fr-FR"/>
          </a:p>
        </p:txBody>
      </p:sp>
      <p:sp>
        <p:nvSpPr>
          <p:cNvPr id="6" name="TextBox 5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769617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21845" y="6524697"/>
            <a:ext cx="4551002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4530" y="6524697"/>
            <a:ext cx="705321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fr-FR" sz="11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56D75EE-EB6A-4EFA-AB42-679A4BB1215A}" type="datetime1">
              <a:rPr lang="fr-FR" smtClean="0"/>
              <a:t>23/10/2020</a:t>
            </a:fld>
            <a:endParaRPr lang="fr-FR"/>
          </a:p>
        </p:txBody>
      </p:sp>
      <p:sp>
        <p:nvSpPr>
          <p:cNvPr id="5" name="TextBox 4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098650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619349" y="-242614"/>
            <a:ext cx="15739599" cy="933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90560" y="4756326"/>
            <a:ext cx="10359152" cy="1362390"/>
          </a:xfrm>
        </p:spPr>
        <p:txBody>
          <a:bodyPr anchor="t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TextBox 3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8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362" y="121948"/>
            <a:ext cx="10762781" cy="97579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1B9E4-8E4D-4C86-BFD7-412B282B373B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8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09362" y="1498948"/>
            <a:ext cx="10968514" cy="1610675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2688"/>
              </a:spcBef>
              <a:defRPr baseline="0"/>
            </a:lvl1pPr>
            <a:lvl2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09362" y="1092453"/>
            <a:ext cx="10765394" cy="406494"/>
          </a:xfrm>
        </p:spPr>
        <p:txBody>
          <a:bodyPr/>
          <a:lstStyle>
            <a:lvl1pPr marL="0" indent="0" algn="r">
              <a:buNone/>
              <a:defRPr baseline="0"/>
            </a:lvl1pPr>
          </a:lstStyle>
          <a:p>
            <a:pPr lvl="0"/>
            <a:r>
              <a:rPr lang="en-US" dirty="0"/>
              <a:t>Click to edit Master subtitle</a:t>
            </a:r>
          </a:p>
        </p:txBody>
      </p:sp>
      <p:sp>
        <p:nvSpPr>
          <p:cNvPr id="6" name="TextBox 5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27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09363" y="1288448"/>
            <a:ext cx="5382697" cy="1476691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2688"/>
              </a:spcBef>
              <a:defRPr sz="2700"/>
            </a:lvl1pPr>
            <a:lvl2pPr>
              <a:lnSpc>
                <a:spcPct val="100000"/>
              </a:lnSpc>
              <a:buClr>
                <a:schemeClr val="accent1"/>
              </a:buClr>
              <a:defRPr sz="24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2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noProof="0" dirty="0"/>
              <a:t>Click to edit Master text </a:t>
            </a:r>
            <a:r>
              <a:rPr lang="en-US" noProof="0" dirty="0" err="1"/>
              <a:t>sytles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4" hasCustomPrompt="1"/>
          </p:nvPr>
        </p:nvSpPr>
        <p:spPr>
          <a:xfrm>
            <a:off x="6181394" y="1288448"/>
            <a:ext cx="5382697" cy="1476691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2688"/>
              </a:spcBef>
              <a:defRPr sz="2700"/>
            </a:lvl1pPr>
            <a:lvl2pPr>
              <a:lnSpc>
                <a:spcPct val="100000"/>
              </a:lnSpc>
              <a:buClr>
                <a:schemeClr val="accent1"/>
              </a:buClr>
              <a:defRPr sz="24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21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noProof="0" dirty="0"/>
              <a:t>Click to edit Master text </a:t>
            </a:r>
            <a:r>
              <a:rPr lang="en-US" noProof="0" dirty="0" err="1"/>
              <a:t>sytles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 rot="19250543">
            <a:off x="6355212" y="3970149"/>
            <a:ext cx="5524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D5F1"/>
                </a:solidFill>
              </a:rPr>
              <a:t>ST Confidential</a:t>
            </a:r>
            <a:r>
              <a:rPr lang="en-US" baseline="0" dirty="0">
                <a:solidFill>
                  <a:srgbClr val="FFD5F1"/>
                </a:solidFill>
              </a:rPr>
              <a:t> – STM32WB Training</a:t>
            </a:r>
            <a:endParaRPr lang="fr-FR" dirty="0">
              <a:solidFill>
                <a:srgbClr val="FFD5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15518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362" y="116659"/>
            <a:ext cx="10762781" cy="1143265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362" y="1288449"/>
            <a:ext cx="10968514" cy="4527011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485837" y="678786"/>
            <a:ext cx="726375" cy="198046"/>
          </a:xfrm>
          <a:prstGeom prst="rect">
            <a:avLst/>
          </a:prstGeom>
          <a:solidFill>
            <a:srgbClr val="B7007C"/>
          </a:solidFill>
        </p:spPr>
        <p:txBody>
          <a:bodyPr vert="horz" wrap="none" lIns="121899" tIns="60949" rIns="121899" bIns="60949" rtlCol="0" anchor="ctr"/>
          <a:lstStyle>
            <a:lvl1pPr algn="r">
              <a:defRPr sz="16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31B9E4-8E4D-4C86-BFD7-412B282B373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421845" y="6524697"/>
            <a:ext cx="4551002" cy="1692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124530" y="6524697"/>
            <a:ext cx="705321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lang="fr-FR" sz="11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F9EEBEC-395B-4C33-81CF-C2FD99F4CDC9}" type="datetime1">
              <a:rPr lang="fr-FR" smtClean="0"/>
              <a:t>23/10/2020</a:t>
            </a:fld>
            <a:endParaRPr lang="fr-FR"/>
          </a:p>
        </p:txBody>
      </p:sp>
      <p:pic>
        <p:nvPicPr>
          <p:cNvPr id="9" name="Picture 3" descr="D:\Le sel en +\Realisations\TBWA\120117 Microelectronics\ST_Bloc marque_Qi_V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76" y="6070193"/>
            <a:ext cx="889170" cy="65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owerPointWaterMarkSlide"/>
          <p:cNvSpPr>
            <a:spLocks noChangeAspect="1"/>
          </p:cNvSpPr>
          <p:nvPr userDrawn="1"/>
        </p:nvSpPr>
        <p:spPr>
          <a:xfrm>
            <a:off x="11184489" y="6453188"/>
            <a:ext cx="812249" cy="18288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sz="1200" b="0" i="0" cap="none" spc="0" dirty="0">
                <a:ln w="900" cmpd="sng">
                  <a:solidFill>
                    <a:srgbClr val="FF0000">
                      <a:alpha val="55000"/>
                    </a:srgb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Arial" panose="020B0604020202020204" pitchFamily="34" charset="0"/>
              </a:rPr>
              <a:t>ST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04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9" r:id="rId4"/>
    <p:sldLayoutId id="2147483652" r:id="rId5"/>
    <p:sldLayoutId id="2147483654" r:id="rId6"/>
    <p:sldLayoutId id="2147483655" r:id="rId7"/>
    <p:sldLayoutId id="2147483663" r:id="rId8"/>
    <p:sldLayoutId id="2147483664" r:id="rId9"/>
    <p:sldLayoutId id="2147483665" r:id="rId10"/>
  </p:sldLayoutIdLst>
  <p:hf hdr="0" ftr="0" dt="0"/>
  <p:txStyles>
    <p:titleStyle>
      <a:lvl1pPr algn="r" defTabSz="1218987" rtl="0" eaLnBrk="1" latinLnBrk="0" hangingPunct="1">
        <a:spcBef>
          <a:spcPct val="0"/>
        </a:spcBef>
        <a:buNone/>
        <a:defRPr sz="4800" kern="1200">
          <a:solidFill>
            <a:srgbClr val="6CB2E6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37025" indent="-237025" algn="l" defTabSz="1218987" rtl="0" eaLnBrk="1" latinLnBrk="0" hangingPunct="1">
        <a:lnSpc>
          <a:spcPct val="100000"/>
        </a:lnSpc>
        <a:spcBef>
          <a:spcPts val="2400"/>
        </a:spcBef>
        <a:spcAft>
          <a:spcPts val="800"/>
        </a:spcAft>
        <a:buClr>
          <a:schemeClr val="tx2"/>
        </a:buClr>
        <a:buFont typeface="Arial" pitchFamily="34" charset="0"/>
        <a:buChar char="•"/>
        <a:defRPr sz="2600" kern="1200">
          <a:solidFill>
            <a:srgbClr val="1C2A57"/>
          </a:solidFill>
          <a:latin typeface="Arial" pitchFamily="34" charset="0"/>
          <a:ea typeface="+mn-ea"/>
          <a:cs typeface="Arial" pitchFamily="34" charset="0"/>
        </a:defRPr>
      </a:lvl1pPr>
      <a:lvl2pPr marL="711076" indent="-237025" algn="l" defTabSz="1218987" rtl="0" eaLnBrk="1" latinLnBrk="0" hangingPunct="1">
        <a:lnSpc>
          <a:spcPct val="90000"/>
        </a:lnSpc>
        <a:spcBef>
          <a:spcPts val="0"/>
        </a:spcBef>
        <a:spcAft>
          <a:spcPts val="800"/>
        </a:spcAft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Arial" pitchFamily="34" charset="0"/>
          <a:ea typeface="+mn-ea"/>
          <a:cs typeface="Arial" pitchFamily="34" charset="0"/>
        </a:defRPr>
      </a:lvl2pPr>
      <a:lvl3pPr marL="1202056" indent="-237025" algn="l" defTabSz="1218987" rtl="0" eaLnBrk="1" latinLnBrk="0" hangingPunct="1">
        <a:lnSpc>
          <a:spcPct val="90000"/>
        </a:lnSpc>
        <a:spcBef>
          <a:spcPts val="0"/>
        </a:spcBef>
        <a:spcAft>
          <a:spcPts val="400"/>
        </a:spcAft>
        <a:buFont typeface="Arial" pitchFamily="34" charset="0"/>
        <a:buChar char="•"/>
        <a:defRPr sz="1800" kern="1200" baseline="0">
          <a:solidFill>
            <a:srgbClr val="52524A"/>
          </a:solidFill>
          <a:latin typeface="Arial" pitchFamily="34" charset="0"/>
          <a:ea typeface="+mn-ea"/>
          <a:cs typeface="Arial" pitchFamily="34" charset="0"/>
        </a:defRPr>
      </a:lvl3pPr>
      <a:lvl4pPr marL="2035877" indent="-207397" algn="l" defTabSz="1218987" rtl="0" eaLnBrk="1" latinLnBrk="0" hangingPunct="1">
        <a:lnSpc>
          <a:spcPct val="90000"/>
        </a:lnSpc>
        <a:spcBef>
          <a:spcPts val="0"/>
        </a:spcBef>
        <a:spcAft>
          <a:spcPts val="400"/>
        </a:spcAft>
        <a:buFont typeface="Arial" pitchFamily="34" charset="0"/>
        <a:buChar char="•"/>
        <a:defRPr sz="1600" kern="1200" baseline="0">
          <a:solidFill>
            <a:srgbClr val="999798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34680" y="1701602"/>
            <a:ext cx="10359152" cy="147036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6CB2E6"/>
                </a:solidFill>
              </a:rPr>
              <a:t>STM32WB – BLE SW Application Architecture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002052"/>
                </a:solidFill>
              </a:rPr>
              <a:t>Sequencer</a:t>
            </a:r>
          </a:p>
          <a:p>
            <a:r>
              <a:rPr lang="en-US" sz="2000" dirty="0">
                <a:solidFill>
                  <a:srgbClr val="002052"/>
                </a:solidFill>
              </a:rPr>
              <a:t>Revision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19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362" y="1277793"/>
            <a:ext cx="10968514" cy="4555071"/>
          </a:xfrm>
        </p:spPr>
        <p:txBody>
          <a:bodyPr/>
          <a:lstStyle/>
          <a:p>
            <a:r>
              <a:rPr lang="en-US" dirty="0"/>
              <a:t>The sequencer is </a:t>
            </a:r>
            <a:r>
              <a:rPr lang="en-US" b="1" dirty="0"/>
              <a:t>NOT</a:t>
            </a:r>
            <a:r>
              <a:rPr lang="en-US" dirty="0"/>
              <a:t> an operating system</a:t>
            </a:r>
          </a:p>
          <a:p>
            <a:r>
              <a:rPr lang="en-US" dirty="0"/>
              <a:t>It does not intend to compete versus standard OS but versus standard bare metal implementation</a:t>
            </a:r>
          </a:p>
          <a:p>
            <a:r>
              <a:rPr lang="en-US" dirty="0"/>
              <a:t>It is an optimized packaging of a while loop bare metal classic implementation</a:t>
            </a:r>
          </a:p>
          <a:p>
            <a:r>
              <a:rPr lang="en-US" dirty="0"/>
              <a:t>It allows to avoid race conditions which are most of the time faced in bare metal implementation especially when low power mode are implemented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8073711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 Sequencer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996373" y="1259924"/>
            <a:ext cx="6681422" cy="2928985"/>
          </a:xfrm>
          <a:prstGeom prst="rect">
            <a:avLst/>
          </a:prstGeom>
        </p:spPr>
        <p:txBody>
          <a:bodyPr vert="horz" wrap="square" lIns="121899" tIns="60949" rIns="121899" bIns="60949" rtlCol="0">
            <a:spAutoFit/>
          </a:bodyPr>
          <a:lstStyle>
            <a:lvl1pPr marL="237025" indent="-237025" algn="l" defTabSz="1218987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800"/>
              </a:spcAft>
              <a:buClr>
                <a:schemeClr val="tx2"/>
              </a:buClr>
              <a:buFont typeface="Arial" pitchFamily="34" charset="0"/>
              <a:buChar char="•"/>
              <a:defRPr sz="2600" kern="1200" baseline="0">
                <a:solidFill>
                  <a:srgbClr val="1C2A5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11076" indent="-237025" algn="l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2056" indent="-237025" algn="l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1800" kern="1200" baseline="0">
                <a:solidFill>
                  <a:srgbClr val="52524A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2035877" indent="-207397" algn="l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1600" kern="1200" baseline="0">
                <a:solidFill>
                  <a:schemeClr val="accent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Clr>
                <a:srgbClr val="6CB2E6"/>
              </a:buClr>
              <a:buNone/>
            </a:pPr>
            <a:r>
              <a:rPr lang="en-US" sz="2400" dirty="0"/>
              <a:t>The sequencer provides the following features:</a:t>
            </a:r>
          </a:p>
          <a:p>
            <a:pPr>
              <a:spcBef>
                <a:spcPts val="600"/>
              </a:spcBef>
              <a:buClr>
                <a:srgbClr val="6CB2E6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Up to 32 tasks registered</a:t>
            </a:r>
          </a:p>
          <a:p>
            <a:pPr>
              <a:spcBef>
                <a:spcPts val="600"/>
              </a:spcBef>
              <a:buClr>
                <a:srgbClr val="6CB2E6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Request a task to be executed</a:t>
            </a:r>
          </a:p>
          <a:p>
            <a:pPr>
              <a:spcBef>
                <a:spcPts val="600"/>
              </a:spcBef>
              <a:buClr>
                <a:srgbClr val="6CB2E6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Pause and Resume a task</a:t>
            </a:r>
          </a:p>
          <a:p>
            <a:pPr>
              <a:spcBef>
                <a:spcPts val="600"/>
              </a:spcBef>
              <a:buClr>
                <a:srgbClr val="6CB2E6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Wait for a specific event (might be not blocking)</a:t>
            </a:r>
          </a:p>
          <a:p>
            <a:pPr>
              <a:spcBef>
                <a:spcPts val="600"/>
              </a:spcBef>
              <a:buClr>
                <a:srgbClr val="6CB2E6"/>
              </a:buClr>
              <a:buFont typeface="Wingdings" panose="05000000000000000000" pitchFamily="2" charset="2"/>
              <a:buChar char="ü"/>
            </a:pPr>
            <a:r>
              <a:rPr lang="en-US" sz="2000" dirty="0"/>
              <a:t>Priority on tasks</a:t>
            </a:r>
            <a:endParaRPr lang="en-US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159" y="1413569"/>
            <a:ext cx="2540932" cy="443610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53859" y="5432104"/>
            <a:ext cx="1368152" cy="432048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35523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UTIL_SEQ_Run</a:t>
            </a:r>
            <a:r>
              <a:rPr lang="en-US" dirty="0"/>
              <a:t>() / </a:t>
            </a:r>
            <a:r>
              <a:rPr lang="en-US" dirty="0" err="1"/>
              <a:t>UTIL_SEQ_Idle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0752" y="1485578"/>
            <a:ext cx="5495085" cy="738642"/>
          </a:xfrm>
        </p:spPr>
        <p:txBody>
          <a:bodyPr/>
          <a:lstStyle/>
          <a:p>
            <a:r>
              <a:rPr lang="en-US" sz="2000" dirty="0" err="1"/>
              <a:t>UTIL_SEQ_Run</a:t>
            </a:r>
            <a:r>
              <a:rPr lang="en-US" sz="2000" dirty="0"/>
              <a:t>() implements the code that is running within a while loop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36" y="1452092"/>
            <a:ext cx="4584360" cy="442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0210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UTIL_SEQ_RegTask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7675" y="1773610"/>
            <a:ext cx="4888162" cy="1046418"/>
          </a:xfrm>
        </p:spPr>
        <p:txBody>
          <a:bodyPr/>
          <a:lstStyle/>
          <a:p>
            <a:r>
              <a:rPr lang="en-US" sz="2000" dirty="0" err="1"/>
              <a:t>UTIL_SEQ_RegTask</a:t>
            </a:r>
            <a:r>
              <a:rPr lang="en-US" sz="2000" dirty="0"/>
              <a:t>() adds in the while loop the support of a new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1" y="1291606"/>
            <a:ext cx="5840320" cy="422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02151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UTIL_SEQ_SetTask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7675" y="1773610"/>
            <a:ext cx="4888162" cy="1046418"/>
          </a:xfrm>
        </p:spPr>
        <p:txBody>
          <a:bodyPr/>
          <a:lstStyle/>
          <a:p>
            <a:r>
              <a:rPr lang="en-US" sz="2000" dirty="0" err="1"/>
              <a:t>UTIL_SEQ_SetTask</a:t>
            </a:r>
            <a:r>
              <a:rPr lang="en-US" sz="2000" dirty="0"/>
              <a:t>() sets the flag dedicated to the function to be executed in the while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5" y="1413570"/>
            <a:ext cx="5971877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02431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UTIL_SEQ_PauseTask</a:t>
            </a:r>
            <a:r>
              <a:rPr lang="en-US" sz="3200" dirty="0"/>
              <a:t>() / </a:t>
            </a:r>
            <a:r>
              <a:rPr lang="en-US" sz="3200" dirty="0" err="1"/>
              <a:t>UTIL_SEQ_ResumeTask</a:t>
            </a:r>
            <a:r>
              <a:rPr lang="en-US" sz="3200" dirty="0"/>
              <a:t> ()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7675" y="1773610"/>
            <a:ext cx="4888162" cy="3406038"/>
          </a:xfrm>
        </p:spPr>
        <p:txBody>
          <a:bodyPr/>
          <a:lstStyle/>
          <a:p>
            <a:r>
              <a:rPr lang="en-US" sz="2000" dirty="0" err="1"/>
              <a:t>UTIL_SEQ_PauseTask</a:t>
            </a:r>
            <a:r>
              <a:rPr lang="en-US" sz="2000" dirty="0"/>
              <a:t>() prevents the function to be executed in the while loop whatever is the value of the related flag</a:t>
            </a:r>
          </a:p>
          <a:p>
            <a:r>
              <a:rPr lang="en-US" sz="2000" dirty="0" err="1"/>
              <a:t>UTIL_SEQ_ResumeTask</a:t>
            </a:r>
            <a:r>
              <a:rPr lang="en-US" sz="2000" dirty="0"/>
              <a:t>() allows again the function to be executed if the related flag is set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4" y="1283606"/>
            <a:ext cx="6494724" cy="389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66140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UTIL_SEQ_WaitEvt</a:t>
            </a:r>
            <a:r>
              <a:rPr lang="en-US" dirty="0"/>
              <a:t> / </a:t>
            </a:r>
            <a:r>
              <a:rPr lang="en-US" dirty="0" err="1"/>
              <a:t>UTIL_SEQ_SetEvt</a:t>
            </a:r>
            <a:r>
              <a:rPr lang="en-US" dirty="0"/>
              <a:t> ()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059" y="1773610"/>
            <a:ext cx="10432778" cy="738642"/>
          </a:xfrm>
        </p:spPr>
        <p:txBody>
          <a:bodyPr/>
          <a:lstStyle/>
          <a:p>
            <a:r>
              <a:rPr lang="en-US" sz="2000" dirty="0" err="1"/>
              <a:t>UTIL_SEQ_WaitEvt</a:t>
            </a:r>
            <a:r>
              <a:rPr lang="en-US" sz="2000" dirty="0"/>
              <a:t>(</a:t>
            </a:r>
            <a:r>
              <a:rPr lang="en-US" sz="2000" b="1" dirty="0" err="1">
                <a:solidFill>
                  <a:srgbClr val="00B050"/>
                </a:solidFill>
              </a:rPr>
              <a:t>Evt_Id</a:t>
            </a:r>
            <a:r>
              <a:rPr lang="en-US" sz="2000" dirty="0"/>
              <a:t>) does not return to the caller until </a:t>
            </a:r>
            <a:r>
              <a:rPr lang="en-US" sz="2000" dirty="0" err="1"/>
              <a:t>UTIL_SEQ_SetEvt</a:t>
            </a:r>
            <a:r>
              <a:rPr lang="en-US" sz="2000" dirty="0"/>
              <a:t> (</a:t>
            </a:r>
            <a:r>
              <a:rPr lang="en-US" sz="2000" b="1" dirty="0" err="1">
                <a:solidFill>
                  <a:srgbClr val="00B050"/>
                </a:solidFill>
              </a:rPr>
              <a:t>Evt_Id</a:t>
            </a:r>
            <a:r>
              <a:rPr lang="en-US" sz="2000" dirty="0"/>
              <a:t>) is called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8142852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11" name="Espace réservé du contenu 2"/>
          <p:cNvSpPr>
            <a:spLocks noGrp="1"/>
          </p:cNvSpPr>
          <p:nvPr>
            <p:ph sz="half" idx="1"/>
          </p:nvPr>
        </p:nvSpPr>
        <p:spPr>
          <a:xfrm>
            <a:off x="6741691" y="1125538"/>
            <a:ext cx="4570093" cy="5847732"/>
          </a:xfrm>
        </p:spPr>
        <p:txBody>
          <a:bodyPr/>
          <a:lstStyle/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Main( void )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{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		</a:t>
            </a:r>
            <a:r>
              <a:rPr lang="en-US" sz="1200" dirty="0" err="1"/>
              <a:t>HAL_Init</a:t>
            </a:r>
            <a:r>
              <a:rPr lang="en-US" sz="1200" dirty="0"/>
              <a:t>();	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		.  .  .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	</a:t>
            </a:r>
            <a:r>
              <a:rPr lang="en-US" sz="1200" b="1" dirty="0" err="1">
                <a:solidFill>
                  <a:schemeClr val="tx1"/>
                </a:solidFill>
              </a:rPr>
              <a:t>UTIL_SEQ_RegTask</a:t>
            </a:r>
            <a:r>
              <a:rPr lang="en-US" sz="1200" b="1" dirty="0">
                <a:solidFill>
                  <a:schemeClr val="tx1"/>
                </a:solidFill>
              </a:rPr>
              <a:t> ( Id1, Task1);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>
                <a:solidFill>
                  <a:schemeClr val="tx1"/>
                </a:solidFill>
              </a:rPr>
              <a:t>  </a:t>
            </a:r>
            <a:r>
              <a:rPr lang="en-US" sz="1200" b="1" dirty="0" err="1">
                <a:solidFill>
                  <a:schemeClr val="tx1"/>
                </a:solidFill>
              </a:rPr>
              <a:t>UTIL_SEQ_RegTask</a:t>
            </a:r>
            <a:r>
              <a:rPr lang="en-US" sz="1200" b="1" dirty="0">
                <a:solidFill>
                  <a:schemeClr val="tx1"/>
                </a:solidFill>
              </a:rPr>
              <a:t> ( Id2, task2);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		.  .  .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while(1)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  {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    </a:t>
            </a:r>
            <a:r>
              <a:rPr lang="en-US" sz="1200" dirty="0" err="1"/>
              <a:t>UTIL_SEQ_Run</a:t>
            </a:r>
            <a:r>
              <a:rPr lang="en-US" sz="1200" dirty="0"/>
              <a:t> ();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  }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}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endParaRPr lang="en-US" sz="1200" dirty="0"/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b="1" dirty="0">
                <a:solidFill>
                  <a:schemeClr val="tx1"/>
                </a:solidFill>
              </a:rPr>
              <a:t>void </a:t>
            </a:r>
            <a:r>
              <a:rPr lang="en-US" sz="1200" b="1" dirty="0" err="1">
                <a:solidFill>
                  <a:schemeClr val="tx1"/>
                </a:solidFill>
              </a:rPr>
              <a:t>UTIL_SEQ_Idle</a:t>
            </a:r>
            <a:r>
              <a:rPr lang="en-US" sz="1200" b="1" dirty="0">
                <a:solidFill>
                  <a:schemeClr val="tx1"/>
                </a:solidFill>
              </a:rPr>
              <a:t> (  void )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{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  </a:t>
            </a:r>
            <a:r>
              <a:rPr lang="en-US" sz="1200" dirty="0" err="1"/>
              <a:t>UTIL_LPM_EnterLowPower</a:t>
            </a:r>
            <a:r>
              <a:rPr lang="en-US" sz="1200" dirty="0"/>
              <a:t> ();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}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endParaRPr lang="en-US" sz="1200" dirty="0"/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void </a:t>
            </a:r>
            <a:r>
              <a:rPr lang="en-US" sz="1200" dirty="0" err="1"/>
              <a:t>fct</a:t>
            </a:r>
            <a:r>
              <a:rPr lang="en-US" sz="1200" dirty="0"/>
              <a:t> ( void )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{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	</a:t>
            </a:r>
            <a:r>
              <a:rPr lang="en-US" sz="1200" b="1" dirty="0" err="1">
                <a:solidFill>
                  <a:schemeClr val="tx1"/>
                </a:solidFill>
              </a:rPr>
              <a:t>UTIL_SEQ_SetTask</a:t>
            </a:r>
            <a:r>
              <a:rPr lang="en-US" sz="1200" b="1" dirty="0">
                <a:solidFill>
                  <a:schemeClr val="tx1"/>
                </a:solidFill>
              </a:rPr>
              <a:t> ( Id1, Prio0);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}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endParaRPr lang="en-US" sz="1200" dirty="0"/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void </a:t>
            </a:r>
            <a:r>
              <a:rPr lang="en-US" sz="1200" dirty="0" err="1"/>
              <a:t>fct_IT</a:t>
            </a:r>
            <a:r>
              <a:rPr lang="en-US" sz="1200" dirty="0"/>
              <a:t> ( void )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{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	</a:t>
            </a:r>
            <a:r>
              <a:rPr lang="en-US" sz="1200" b="1" dirty="0" err="1">
                <a:solidFill>
                  <a:schemeClr val="tx1"/>
                </a:solidFill>
              </a:rPr>
              <a:t>UTIL_SEQ_SetTask</a:t>
            </a:r>
            <a:r>
              <a:rPr lang="en-US" sz="1200" b="1" dirty="0">
                <a:solidFill>
                  <a:schemeClr val="tx1"/>
                </a:solidFill>
              </a:rPr>
              <a:t> ( Id2, Prio1);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r>
              <a:rPr lang="en-US" sz="1200" dirty="0"/>
              <a:t>}</a:t>
            </a:r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endParaRPr lang="en-US" sz="1200" dirty="0"/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endParaRPr lang="en-US" sz="1200" dirty="0"/>
          </a:p>
          <a:p>
            <a:pPr marL="0" indent="0" defTabSz="91440">
              <a:spcBef>
                <a:spcPts val="0"/>
              </a:spcBef>
              <a:spcAft>
                <a:spcPts val="0"/>
              </a:spcAft>
              <a:buClr>
                <a:srgbClr val="6CB2E6"/>
              </a:buClr>
              <a:buNone/>
              <a:tabLst>
                <a:tab pos="91440" algn="l"/>
              </a:tabLst>
            </a:pPr>
            <a:endParaRPr lang="en-US" sz="1200" dirty="0"/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996373" y="1259924"/>
            <a:ext cx="5790355" cy="5693844"/>
          </a:xfrm>
          <a:prstGeom prst="rect">
            <a:avLst/>
          </a:prstGeom>
        </p:spPr>
        <p:txBody>
          <a:bodyPr vert="horz" lIns="121899" tIns="60949" rIns="121899" bIns="60949" rtlCol="0">
            <a:spAutoFit/>
          </a:bodyPr>
          <a:lstStyle>
            <a:lvl1pPr marL="237025" indent="-237025" algn="l" defTabSz="1218987" rtl="0" eaLnBrk="1" latinLnBrk="0" hangingPunct="1">
              <a:lnSpc>
                <a:spcPct val="100000"/>
              </a:lnSpc>
              <a:spcBef>
                <a:spcPts val="2400"/>
              </a:spcBef>
              <a:spcAft>
                <a:spcPts val="800"/>
              </a:spcAft>
              <a:buClr>
                <a:schemeClr val="tx2"/>
              </a:buClr>
              <a:buFont typeface="Arial" pitchFamily="34" charset="0"/>
              <a:buChar char="•"/>
              <a:defRPr sz="2600" kern="1200" baseline="0">
                <a:solidFill>
                  <a:srgbClr val="1C2A57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11076" indent="-237025" algn="l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02056" indent="-237025" algn="l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1800" kern="1200" baseline="0">
                <a:solidFill>
                  <a:srgbClr val="52524A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2035877" indent="-207397" algn="l" defTabSz="121898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1600" kern="1200" baseline="0">
                <a:solidFill>
                  <a:schemeClr val="accent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/>
              <a:t>Register a task to be executed in the background at any time / any place in the firmware ( before it is requested to be executed)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/>
              <a:t>Enter low power mode when there is nothing to schedule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/>
              <a:t>Request the sequencer to execute a task according to priority in the background. The request may be done at any time / any place in the firmware ( from interrupt handler, function, </a:t>
            </a:r>
            <a:r>
              <a:rPr lang="en-US" sz="1600" dirty="0" err="1"/>
              <a:t>etc</a:t>
            </a:r>
            <a:r>
              <a:rPr lang="en-US" sz="1600" dirty="0"/>
              <a:t>…)</a:t>
            </a: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6CB2E6"/>
              </a:buClr>
            </a:pPr>
            <a:r>
              <a:rPr lang="en-US" sz="1600" dirty="0"/>
              <a:t>List of API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UTIL_SEQ_Idle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UTIL_SEQ_PreIdle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UTIL_SEQ_PostIdle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UTIL_SEQ_Run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UTIL_SEQ_RegTask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UTIL_SEQ_SetTask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endParaRPr lang="en-US" sz="1200" dirty="0"/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UTIL_SEQ_PauseTask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UTIL_SEQ_ResumeTask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UTIL_SEQ_WaitEvt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UTIL_SEQ_SetEvt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UTIL_SEQ_IsEvtPend</a:t>
            </a:r>
            <a:r>
              <a:rPr lang="en-US" sz="1200" dirty="0"/>
              <a:t>()</a:t>
            </a:r>
          </a:p>
          <a:p>
            <a:pPr lvl="1">
              <a:spcAft>
                <a:spcPts val="0"/>
              </a:spcAft>
              <a:buClr>
                <a:srgbClr val="6CB2E6"/>
              </a:buClr>
            </a:pPr>
            <a:r>
              <a:rPr lang="en-US" sz="1200" dirty="0" err="1"/>
              <a:t>UTIL_SEQ_EvtIdle</a:t>
            </a:r>
            <a:r>
              <a:rPr lang="en-US" sz="1200" dirty="0"/>
              <a:t>()</a:t>
            </a:r>
          </a:p>
          <a:p>
            <a:pPr lvl="1">
              <a:spcBef>
                <a:spcPts val="600"/>
              </a:spcBef>
              <a:buClr>
                <a:srgbClr val="6CB2E6"/>
              </a:buClr>
            </a:pP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9479436" y="1830933"/>
            <a:ext cx="215288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2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 tasks to be executed in the background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83263" y="3842671"/>
            <a:ext cx="215288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2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low power mode when there is nothing to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83263" y="4653930"/>
            <a:ext cx="244300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2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the sequencer to execute Task1 in the background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3262" y="5374010"/>
            <a:ext cx="244300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2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the sequencer to execute Task2 in the background</a:t>
            </a:r>
          </a:p>
        </p:txBody>
      </p:sp>
    </p:spTree>
    <p:extLst>
      <p:ext uri="{BB962C8B-B14F-4D97-AF65-F5344CB8AC3E}">
        <p14:creationId xmlns:p14="http://schemas.microsoft.com/office/powerpoint/2010/main" val="316081175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 Scheduling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14" name="Rectangle 13"/>
          <p:cNvSpPr/>
          <p:nvPr/>
        </p:nvSpPr>
        <p:spPr>
          <a:xfrm>
            <a:off x="765027" y="678786"/>
            <a:ext cx="367240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2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 F = 1, the sequencer executes the task</a:t>
            </a:r>
          </a:p>
          <a:p>
            <a:r>
              <a:rPr lang="en-US" sz="1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Prior execution, the sequencer sets back F to ‘0’</a:t>
            </a:r>
          </a:p>
          <a:p>
            <a:r>
              <a:rPr lang="en-US" sz="1200" b="0" cap="none" spc="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Priority P0 is the highest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7" y="1462624"/>
            <a:ext cx="12076024" cy="463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23348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  Priority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20" name="Espace réservé du contenu 2"/>
          <p:cNvSpPr>
            <a:spLocks noGrp="1"/>
          </p:cNvSpPr>
          <p:nvPr>
            <p:ph sz="half" idx="1"/>
          </p:nvPr>
        </p:nvSpPr>
        <p:spPr>
          <a:xfrm>
            <a:off x="6453659" y="1545656"/>
            <a:ext cx="5184576" cy="3918999"/>
          </a:xfrm>
        </p:spPr>
        <p:txBody>
          <a:bodyPr/>
          <a:lstStyle/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While F0() is running with priority P1, it is not preempted when F2() is requested with priority P0.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endParaRPr lang="en-US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When F0() is finished, the while loop selects the next task according to priority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endParaRPr lang="en-US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The priority is set when the task is requested by the user and could be changed on each request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485108" y="2720747"/>
            <a:ext cx="1512168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1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F0() does not stop</a:t>
            </a:r>
            <a:endParaRPr lang="en-US" sz="12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1251" y="920547"/>
            <a:ext cx="211172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1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P0 is higher priority than P1</a:t>
            </a:r>
            <a:endParaRPr lang="en-US" sz="12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5" y="1194814"/>
            <a:ext cx="6475864" cy="548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82529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  round robin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629123" y="1712635"/>
            <a:ext cx="230425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1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tasks have the same priority</a:t>
            </a:r>
            <a:endParaRPr lang="en-US" sz="12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Espace réservé du contenu 2"/>
          <p:cNvSpPr>
            <a:spLocks noGrp="1"/>
          </p:cNvSpPr>
          <p:nvPr>
            <p:ph sz="half" idx="1"/>
          </p:nvPr>
        </p:nvSpPr>
        <p:spPr>
          <a:xfrm>
            <a:off x="6453659" y="1545656"/>
            <a:ext cx="5184576" cy="1969748"/>
          </a:xfrm>
        </p:spPr>
        <p:txBody>
          <a:bodyPr/>
          <a:lstStyle/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The round robin mechanism as implemented in the while loop makes sure there is no case that a task (F1) is never executed because a task with the same priority (F0) is always pending at the same time.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27" y="2205658"/>
            <a:ext cx="4729988" cy="353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67425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083" y="481853"/>
            <a:ext cx="4824536" cy="59778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 Event (1/2) </a:t>
            </a:r>
            <a:br>
              <a:rPr lang="en-US" dirty="0"/>
            </a:br>
            <a:r>
              <a:rPr lang="en-US" sz="2000" dirty="0"/>
              <a:t>Enhanced blocking 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3978322" y="3501802"/>
            <a:ext cx="1755257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1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Run any code or enter Low Power Mode</a:t>
            </a:r>
            <a:endParaRPr lang="en-US" sz="12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Espace réservé du contenu 2"/>
          <p:cNvSpPr>
            <a:spLocks noGrp="1"/>
          </p:cNvSpPr>
          <p:nvPr>
            <p:ph sz="half" idx="1"/>
          </p:nvPr>
        </p:nvSpPr>
        <p:spPr>
          <a:xfrm>
            <a:off x="6453659" y="1545656"/>
            <a:ext cx="5184576" cy="4893625"/>
          </a:xfrm>
        </p:spPr>
        <p:txBody>
          <a:bodyPr/>
          <a:lstStyle/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Fct0() waits for event Id0 before moving forward.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endParaRPr lang="en-US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The blocking call is instantiated with </a:t>
            </a:r>
            <a:r>
              <a:rPr lang="en-US" sz="2000" dirty="0" err="1">
                <a:solidFill>
                  <a:schemeClr val="tx2"/>
                </a:solidFill>
              </a:rPr>
              <a:t>UTIL_SEQ_WaitEvt</a:t>
            </a:r>
            <a:r>
              <a:rPr lang="en-US" sz="2000" dirty="0">
                <a:solidFill>
                  <a:schemeClr val="tx2"/>
                </a:solidFill>
              </a:rPr>
              <a:t> ()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endParaRPr lang="en-US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The CPU is looping in </a:t>
            </a:r>
            <a:r>
              <a:rPr lang="en-US" sz="2000" dirty="0" err="1">
                <a:solidFill>
                  <a:schemeClr val="tx2"/>
                </a:solidFill>
              </a:rPr>
              <a:t>UTIL_SEQ_Idle</a:t>
            </a:r>
            <a:r>
              <a:rPr lang="en-US" sz="2000" dirty="0">
                <a:solidFill>
                  <a:schemeClr val="tx2"/>
                </a:solidFill>
              </a:rPr>
              <a:t> () until the event Id0 is received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endParaRPr lang="en-US" sz="20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2000" dirty="0">
                <a:solidFill>
                  <a:schemeClr val="tx2"/>
                </a:solidFill>
              </a:rPr>
              <a:t>The application may run any code in </a:t>
            </a:r>
            <a:r>
              <a:rPr lang="en-US" sz="2000" dirty="0" err="1">
                <a:solidFill>
                  <a:schemeClr val="tx2"/>
                </a:solidFill>
              </a:rPr>
              <a:t>UTIL_SEQ_Idle</a:t>
            </a:r>
            <a:r>
              <a:rPr lang="en-US" sz="2000" dirty="0">
                <a:solidFill>
                  <a:schemeClr val="tx2"/>
                </a:solidFill>
              </a:rPr>
              <a:t> () or enter Low Power Mode.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1557115" y="2104033"/>
            <a:ext cx="2835377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r>
              <a:rPr lang="en-US" sz="1200" dirty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Blocking call until event Id0 is received</a:t>
            </a:r>
          </a:p>
          <a:p>
            <a:endParaRPr lang="en-US" sz="12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3422260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 Event (2/2) </a:t>
            </a:r>
            <a:br>
              <a:rPr lang="en-US" dirty="0"/>
            </a:br>
            <a:r>
              <a:rPr lang="en-US" sz="2000" dirty="0"/>
              <a:t>Enhanced blocking feature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1B9E4-8E4D-4C86-BFD7-412B282B373B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20" name="Espace réservé du contenu 2"/>
          <p:cNvSpPr>
            <a:spLocks noGrp="1"/>
          </p:cNvSpPr>
          <p:nvPr>
            <p:ph sz="half" idx="1"/>
          </p:nvPr>
        </p:nvSpPr>
        <p:spPr>
          <a:xfrm>
            <a:off x="6453659" y="1545656"/>
            <a:ext cx="5184576" cy="4826940"/>
          </a:xfrm>
        </p:spPr>
        <p:txBody>
          <a:bodyPr/>
          <a:lstStyle/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>
                <a:solidFill>
                  <a:schemeClr val="tx2"/>
                </a:solidFill>
              </a:rPr>
              <a:t>Fct0() waits for event Id0 before moving forward.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 err="1">
                <a:solidFill>
                  <a:schemeClr val="tx2"/>
                </a:solidFill>
              </a:rPr>
              <a:t>UTIL_SEQ_EvtIdle</a:t>
            </a:r>
            <a:r>
              <a:rPr lang="en-US" sz="1600" dirty="0">
                <a:solidFill>
                  <a:schemeClr val="tx2"/>
                </a:solidFill>
              </a:rPr>
              <a:t>() while waiting for event Id0 and calls Fct1()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>
                <a:solidFill>
                  <a:schemeClr val="tx2"/>
                </a:solidFill>
              </a:rPr>
              <a:t>Fct1() waits for event Id1 before moving forward.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 err="1">
                <a:solidFill>
                  <a:schemeClr val="tx2"/>
                </a:solidFill>
              </a:rPr>
              <a:t>UTIL_SEQ_EvtIdle</a:t>
            </a:r>
            <a:r>
              <a:rPr lang="en-US" sz="1600" dirty="0">
                <a:solidFill>
                  <a:schemeClr val="tx2"/>
                </a:solidFill>
              </a:rPr>
              <a:t>() loops until event Id1 is received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>
                <a:solidFill>
                  <a:schemeClr val="tx2"/>
                </a:solidFill>
              </a:rPr>
              <a:t>Event Id0 is received but is not currently waited by </a:t>
            </a:r>
            <a:r>
              <a:rPr lang="en-US" sz="1600" dirty="0" err="1">
                <a:solidFill>
                  <a:schemeClr val="tx2"/>
                </a:solidFill>
              </a:rPr>
              <a:t>UTIL_SEQ_EvtIdle</a:t>
            </a:r>
            <a:r>
              <a:rPr lang="en-US" sz="1600" dirty="0">
                <a:solidFill>
                  <a:schemeClr val="tx2"/>
                </a:solidFill>
              </a:rPr>
              <a:t> ()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>
                <a:solidFill>
                  <a:schemeClr val="tx2"/>
                </a:solidFill>
              </a:rPr>
              <a:t>Event Id1 is received and </a:t>
            </a:r>
            <a:r>
              <a:rPr lang="en-US" sz="1600" dirty="0" err="1">
                <a:solidFill>
                  <a:schemeClr val="tx2"/>
                </a:solidFill>
              </a:rPr>
              <a:t>UTIL_SEQ_EvtIdle</a:t>
            </a:r>
            <a:r>
              <a:rPr lang="en-US" sz="1600" dirty="0">
                <a:solidFill>
                  <a:schemeClr val="tx2"/>
                </a:solidFill>
              </a:rPr>
              <a:t> () returns to Fct1().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>
                <a:solidFill>
                  <a:schemeClr val="tx2"/>
                </a:solidFill>
              </a:rPr>
              <a:t>When Fct1() is over, it returns to </a:t>
            </a:r>
            <a:r>
              <a:rPr lang="en-US" sz="1600" dirty="0" err="1">
                <a:solidFill>
                  <a:schemeClr val="tx2"/>
                </a:solidFill>
              </a:rPr>
              <a:t>UTIL_SEQ_EvtIdle</a:t>
            </a:r>
            <a:r>
              <a:rPr lang="en-US" sz="1600" dirty="0">
                <a:solidFill>
                  <a:schemeClr val="tx2"/>
                </a:solidFill>
              </a:rPr>
              <a:t> () which is now waiting for event Id0.</a:t>
            </a:r>
          </a:p>
          <a:p>
            <a:pPr>
              <a:spcBef>
                <a:spcPts val="600"/>
              </a:spcBef>
              <a:buClr>
                <a:srgbClr val="6CB2E6"/>
              </a:buClr>
            </a:pPr>
            <a:r>
              <a:rPr lang="en-US" sz="1600" dirty="0">
                <a:solidFill>
                  <a:schemeClr val="tx2"/>
                </a:solidFill>
              </a:rPr>
              <a:t>As event Id0 has already been received, </a:t>
            </a:r>
            <a:r>
              <a:rPr lang="en-US" sz="1600" dirty="0" err="1">
                <a:solidFill>
                  <a:schemeClr val="tx2"/>
                </a:solidFill>
              </a:rPr>
              <a:t>UTIL_SEQ_EvtIdle</a:t>
            </a:r>
            <a:r>
              <a:rPr lang="en-US" sz="1600" dirty="0">
                <a:solidFill>
                  <a:schemeClr val="tx2"/>
                </a:solidFill>
              </a:rPr>
              <a:t>() returns to Fct0()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099" y="189434"/>
            <a:ext cx="4392488" cy="649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82151"/>
      </p:ext>
    </p:extLst>
  </p:cSld>
  <p:clrMapOvr>
    <a:masterClrMapping/>
  </p:clrMapOvr>
  <p:transition spd="slow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f2bc79a42d4e1134194e983bf134319e6f264"/>
  <p:tag name="CLINAME" val="ᑦᑿᑔᑽᑲᒄᒄᑺᑷᑺᑶᑵ"/>
  <p:tag name="DATETIME" val="ᑈᑀᑇᑀᑃᑁᑂᑃᐱᐱᑂᑆᑋᑁᑄᑡᑞᐱᐹᑘᑞᑥᐼᑃᑋᑁᐺ"/>
  <p:tag name="DONEBY" val="ᑤᑥᑭᑴᑽᑲᒃᑲᐱᑴᒀᑽᒀᑾᑳᒀ"/>
  <p:tag name="IPADDRESS" val="ᑒᑘᑣᑔᑨᑝᑃᑂᑄᑄ"/>
  <p:tag name="APPVER" val="ᑄᐿᑁ"/>
  <p:tag name="RANDOM" val="17"/>
  <p:tag name="CHECKSUM" val="ᑅᑉᑄᑇ"/>
  <p:tag name="ISPRING_RESOURCE_PATHS_HASH_2" val="2a9e9da85832a3ddce79f4cfc935f3c93d82f3"/>
  <p:tag name="ISPRING_UUID" val="{291A72E3-B2D6-4570-902A-223231E251D4}"/>
  <p:tag name="ISPRING_PROJECT_FOLDER_UPDATED" val="1"/>
  <p:tag name="ISPRING_ULTRA_SCORM_COURSE_ID" val="C2B691D6-E4C0-42A8-A933-0F775BCA33C0"/>
  <p:tag name="ISPRING_SCORM_RATE_SLIDES" val="1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RESENTATION_TITLE" val="STM32L4-System-Reset and clock control (RCC)"/>
  <p:tag name="ISPRING_RESOURCE_FOLDER" val="C:\_BACKUP_DT\ONLINETRAINING\STM32L4-System-Reset and clock control (RCC)\STM32L4-System-Reset and clock control (RCC) Final"/>
  <p:tag name="ISPRING_PRESENTATION_PATH" val="C:\_BACKUP_DT\ONLINETRAINING\STM32L4-System-Reset and clock control (RCC)\STM32L4-System-Reset and clock control (RCC) Final.pptx"/>
  <p:tag name="ISPRING_PRESENTATION_INFO" val="&lt;?xml version=&quot;1.0&quot;?&gt;&#10;&lt;presentation&gt;&#10;&lt;slides&gt;&#10;&lt;slide duration=&quot;6809&quot; id=&quot;{4A75D1F2-EFAF-4D7D-8049-72E4E1C9A5CF}&quot; pptId=&quot;256&quot; transitionDuration=&quot;0&quot;/&gt;&#10;&lt;slide duration=&quot;57678&quot; id=&quot;{0B946557-FF53-43BC-92C7-2FB76B345557}&quot; pptId=&quot;281&quot; transitionDuration=&quot;0&quot;/&gt;&#10;&lt;slide duration=&quot;19069&quot; id=&quot;{A70F4FCF-E322-495E-ACFD-63F3DCC5C056}&quot; pptId=&quot;300&quot; transitionDuration=&quot;0&quot;/&gt;&#10;&lt;slide duration=&quot;48361&quot; id=&quot;{D64F1F08-67C6-4905-8B05-6AF17E7FF7F9}&quot; pptId=&quot;363&quot; transitionDuration=&quot;0&quot;/&gt;&#10;&lt;slide duration=&quot;53507&quot; id=&quot;{464FAEB2-6401-4D09-A2D6-3EF1F154F9A8}&quot; pptId=&quot;365&quot; transitionDuration=&quot;0&quot;/&gt;&#10;&lt;slide duration=&quot;49024&quot; id=&quot;{A818A96E-2E59-46D6-9027-9A82DFA16114}&quot; pptId=&quot;364&quot; transitionDuration=&quot;0&quot;/&gt;&#10;&lt;slide duration=&quot;60304&quot; id=&quot;{2A33BE97-2CBC-4006-9DE1-28AA9CE0E506}&quot; pptId=&quot;319&quot; transitionDuration=&quot;0&quot;/&gt;&#10;&lt;slide duration=&quot;61275&quot; id=&quot;{BEA08384-2A1B-4FD1-97CB-446C4A6D1C67}&quot; pptId=&quot;387&quot; transitionDuration=&quot;0&quot;/&gt;&#10;&lt;slide duration=&quot;49206&quot; id=&quot;{AE559C28-E45C-47E9-8DF3-4736D35EC0EB}&quot; pptId=&quot;366&quot; transitionDuration=&quot;0&quot;/&gt;&#10;&lt;slide duration=&quot;40821&quot; id=&quot;{3F0DED2A-968B-46D2-ACE2-104942F35D1A}&quot; pptId=&quot;367&quot; transitionDuration=&quot;0&quot;/&gt;&#10;&lt;slide duration=&quot;58070&quot; id=&quot;{D2B87FF5-B1CE-45BE-91F5-F9C9B9B6E1DD}&quot; pptId=&quot;368&quot; transitionDuration=&quot;0&quot;/&gt;&#10;&lt;slide duration=&quot;43198&quot; id=&quot;{41DFEFB4-F457-43D1-B85A-62D236A17520}&quot; pptId=&quot;384&quot; transitionDuration=&quot;0&quot;/&gt;&#10;&lt;slide duration=&quot;43729&quot; id=&quot;{9D44FC48-5D2B-4D45-AB9A-AFA61E4A62BF}&quot; pptId=&quot;370&quot; transitionDuration=&quot;0&quot;/&gt;&#10;&lt;slide duration=&quot;32868&quot; id=&quot;{6004C45C-FB5F-4C77-B5EF-C6393BF0314F}&quot; pptId=&quot;386&quot; transitionDuration=&quot;0&quot;/&gt;&#10;&lt;slide duration=&quot;49101&quot; id=&quot;{87785C08-50E1-4172-B739-B171E1A2BCD9}&quot; pptId=&quot;385&quot; transitionDuration=&quot;0&quot;/&gt;&#10;&lt;slide duration=&quot;29016&quot; id=&quot;{9FD40A7B-E425-40D4-B01C-DBC954FBEB09}&quot; pptId=&quot;378&quot; transitionDuration=&quot;0&quot;/&gt;&#10;&lt;slide duration=&quot;35004&quot; id=&quot;{B0E0E3FF-8EF1-487F-95C2-5D92B7775E74}&quot; pptId=&quot;379&quot; transitionDuration=&quot;0&quot;/&gt;&#10;&lt;slide duration=&quot;31430&quot; id=&quot;{A7227F37-BFE1-4974-A737-FAC2C2796EFA}&quot; pptId=&quot;372&quot; transitionDuration=&quot;0&quot;/&gt;&#10;&lt;slide duration=&quot;54996&quot; id=&quot;{CD22098B-5CEF-4F44-B9A3-27A8288EB385}&quot; pptId=&quot;380&quot; transitionDuration=&quot;0&quot;/&gt;&#10;&lt;slide duration=&quot;31878&quot; id=&quot;{25119E60-ADD1-4420-950D-4144492DCEA8}&quot; pptId=&quot;375&quot; transitionDuration=&quot;0&quot;/&gt;&#10;&lt;slide duration=&quot;60003&quot; id=&quot;{2E0ACAE6-EE6A-491B-8317-0AE18A85914B}&quot; pptId=&quot;376&quot; transitionDuration=&quot;0&quot;/&gt;&#10;&lt;slide duration=&quot;11459&quot; id=&quot;{13DD5F06-F02C-4C67-9F7E-8B07A2A18089}&quot; pptId=&quot;381&quot; transitionDuration=&quot;0&quot;/&gt;&#10;&lt;slide duration=&quot;5808&quot; id=&quot;{D53BE849-0E03-40D2-9CF3-EE5458EA3C0C}&quot; pptId=&quot;382&quot; transitionDuration=&quot;0&quot;/&gt;&#10;&lt;slide duration=&quot;21656&quot; id=&quot;{4C81DD5E-CABF-4B23-A311-6DD6AB15FDA8}&quot; pptId=&quot;383&quot; transitionDuration=&quot;0&quot;/&gt;&#10;&lt;/slides&gt;&#10;&lt;narration&gt;&#10;&lt;audioTracks&gt;&#10;&lt;audioTrack duration=&quot;6809&quot; muted=&quot;false&quot; slideId=&quot;{4A75D1F2-EFAF-4D7D-8049-72E4E1C9A5CF}&quot; startTime=&quot;0&quot; stepIndex=&quot;0&quot; volume=&quot;1&quot;&gt;&#10;&lt;file modifyTime=&quot;2015-07-21T08:51:00&quot; size=&quot;600620&quot;&gt;&#10;&lt;path full=&quot;C:\_BACKUP_DT\ONLINETRAINING\STM32L4-System-Reset and clock control (RCC)\STM32L4-System-Reset and clock control (RCC) Final\audio\audio1.wav&quot; relative=&quot;STM32L4-System-Reset and clock control (RCC) Final\audio\audio1.wav&quot; resource=&quot;audio1.wav&quot;/&gt;&#10;&lt;/file&gt;&#10;&lt;audio channels=&quot;1&quot; sampleRate=&quot;44100&quot;/&gt;&#10;&lt;/audioTrack&gt;&#10;&lt;audioTrack duration=&quot;57678&quot; muted=&quot;false&quot; slideId=&quot;{0B946557-FF53-43BC-92C7-2FB76B345557}&quot; startTime=&quot;0&quot; stepIndex=&quot;0&quot; volume=&quot;1&quot;&gt;&#10;&lt;file modifyTime=&quot;2015-07-21T08:53:42&quot; size=&quot;5087276&quot;&gt;&#10;&lt;path full=&quot;C:\_BACKUP_DT\ONLINETRAINING\STM32L4-System-Reset and clock control (RCC)\STM32L4-System-Reset and clock control (RCC) Final\audio\audio2.wav&quot; relative=&quot;STM32L4-System-Reset and clock control (RCC) Final\audio\audio2.wav&quot; resource=&quot;audio2.wav&quot;/&gt;&#10;&lt;/file&gt;&#10;&lt;audio channels=&quot;1&quot; sampleRate=&quot;44100&quot;/&gt;&#10;&lt;/audioTrack&gt;&#10;&lt;audioTrack duration=&quot;19069&quot; muted=&quot;false&quot; slideId=&quot;{A70F4FCF-E322-495E-ACFD-63F3DCC5C056}&quot; startTime=&quot;0&quot; stepIndex=&quot;0&quot; volume=&quot;1&quot;&gt;&#10;&lt;file modifyTime=&quot;2015-07-21T08:53:42&quot; size=&quot;1681964&quot;&gt;&#10;&lt;path full=&quot;C:\_BACKUP_DT\ONLINETRAINING\STM32L4-System-Reset and clock control (RCC)\STM32L4-System-Reset and clock control (RCC) Final\audio\audio3.wav&quot; relative=&quot;STM32L4-System-Reset and clock control (RCC) Final\audio\audio3.wav&quot; resource=&quot;audio3.wav&quot;/&gt;&#10;&lt;/file&gt;&#10;&lt;audio channels=&quot;1&quot; sampleRate=&quot;44100&quot;/&gt;&#10;&lt;/audioTrack&gt;&#10;&lt;audioTrack duration=&quot;48361&quot; muted=&quot;false&quot; slideId=&quot;{D64F1F08-67C6-4905-8B05-6AF17E7FF7F9}&quot; startTime=&quot;0&quot; stepIndex=&quot;0&quot; volume=&quot;1&quot;&gt;&#10;&lt;file modifyTime=&quot;2015-07-21T08:53:42&quot; size=&quot;4265516&quot;&gt;&#10;&lt;path full=&quot;C:\_BACKUP_DT\ONLINETRAINING\STM32L4-System-Reset and clock control (RCC)\STM32L4-System-Reset and clock control (RCC) Final\audio\audio4.wav&quot; relative=&quot;STM32L4-System-Reset and clock control (RCC) Final\audio\audio4.wav&quot; resource=&quot;audio4.wav&quot;/&gt;&#10;&lt;/file&gt;&#10;&lt;audio channels=&quot;1&quot; sampleRate=&quot;44100&quot;/&gt;&#10;&lt;/audioTrack&gt;&#10;&lt;audioTrack duration=&quot;53507&quot; muted=&quot;false&quot; slideId=&quot;{464FAEB2-6401-4D09-A2D6-3EF1F154F9A8}&quot; startTime=&quot;0&quot; stepIndex=&quot;0&quot; volume=&quot;1&quot;&gt;&#10;&lt;file modifyTime=&quot;2015-07-21T08:53:42&quot; size=&quot;4719404&quot;&gt;&#10;&lt;path full=&quot;C:\_BACKUP_DT\ONLINETRAINING\STM32L4-System-Reset and clock control (RCC)\STM32L4-System-Reset and clock control (RCC) Final\audio\audio5.wav&quot; relative=&quot;STM32L4-System-Reset and clock control (RCC) Final\audio\audio5.wav&quot; resource=&quot;audio5.wav&quot;/&gt;&#10;&lt;/file&gt;&#10;&lt;audio channels=&quot;1&quot; sampleRate=&quot;44100&quot;/&gt;&#10;&lt;/audioTrack&gt;&#10;&lt;audioTrack duration=&quot;49024&quot; muted=&quot;false&quot; slideId=&quot;{A818A96E-2E59-46D6-9027-9A82DFA16114}&quot; startTime=&quot;0&quot; stepIndex=&quot;0&quot; volume=&quot;1&quot;&gt;&#10;&lt;file modifyTime=&quot;2015-07-21T08:53:42&quot; size=&quot;4323998&quot;&gt;&#10;&lt;path full=&quot;C:\_BACKUP_DT\ONLINETRAINING\STM32L4-System-Reset and clock control (RCC)\STM32L4-System-Reset and clock control (RCC) Final\audio\audio6.wav&quot; relative=&quot;STM32L4-System-Reset and clock control (RCC) Final\audio\audio6.wav&quot; resource=&quot;audio6.wav&quot;/&gt;&#10;&lt;/file&gt;&#10;&lt;audio channels=&quot;1&quot; sampleRate=&quot;44100&quot;/&gt;&#10;&lt;/audioTrack&gt;&#10;&lt;audioTrack duration=&quot;61275&quot; muted=&quot;false&quot; slideId=&quot;{BEA08384-2A1B-4FD1-97CB-446C4A6D1C67}&quot; startTime=&quot;0&quot; stepIndex=&quot;0&quot; volume=&quot;1&quot;&gt;&#10;&lt;file modifyTime=&quot;2015-07-21T08:53:42&quot; size=&quot;5404460&quot;&gt;&#10;&lt;path full=&quot;C:\_BACKUP_DT\ONLINETRAINING\STM32L4-System-Reset and clock control (RCC)\STM32L4-System-Reset and clock control (RCC) Final\audio\audio8.wav&quot; relative=&quot;STM32L4-System-Reset and clock control (RCC) Final\audio\audio8.wav&quot; resource=&quot;audio8.wav&quot;/&gt;&#10;&lt;/file&gt;&#10;&lt;audio channels=&quot;1&quot; sampleRate=&quot;44100&quot;/&gt;&#10;&lt;/audioTrack&gt;&#10;&lt;audioTrack duration=&quot;40821&quot; muted=&quot;false&quot; slideId=&quot;{3F0DED2A-968B-46D2-ACE2-104942F35D1A}&quot; startTime=&quot;0&quot; stepIndex=&quot;0&quot; volume=&quot;1&quot;&gt;&#10;&lt;file modifyTime=&quot;2015-07-21T08:53:42&quot; size=&quot;3600540&quot;&gt;&#10;&lt;path full=&quot;C:\_BACKUP_DT\ONLINETRAINING\STM32L4-System-Reset and clock control (RCC)\STM32L4-System-Reset and clock control (RCC) Final\audio\audio10.wav&quot; relative=&quot;STM32L4-System-Reset and clock control (RCC) Final\audio\audio10.wav&quot; resource=&quot;audio10.wav&quot;/&gt;&#10;&lt;/file&gt;&#10;&lt;audio channels=&quot;1&quot; sampleRate=&quot;44100&quot;/&gt;&#10;&lt;/audioTrack&gt;&#10;&lt;audioTrack duration=&quot;58070&quot; muted=&quot;false&quot; slideId=&quot;{D2B87FF5-B1CE-45BE-91F5-F9C9B9B6E1DD}&quot; startTime=&quot;0&quot; stepIndex=&quot;0&quot; volume=&quot;1&quot;&gt;&#10;&lt;file modifyTime=&quot;2015-07-21T08:53:42&quot; size=&quot;5121836&quot;&gt;&#10;&lt;path full=&quot;C:\_BACKUP_DT\ONLINETRAINING\STM32L4-System-Reset and clock control (RCC)\STM32L4-System-Reset and clock control (RCC) Final\audio\audio11.wav&quot; relative=&quot;STM32L4-System-Reset and clock control (RCC) Final\audio\audio11.wav&quot; resource=&quot;audio11.wav&quot;/&gt;&#10;&lt;/file&gt;&#10;&lt;audio channels=&quot;1&quot; sampleRate=&quot;44100&quot;/&gt;&#10;&lt;/audioTrack&gt;&#10;&lt;audioTrack duration=&quot;43198&quot; muted=&quot;false&quot; slideId=&quot;{41DFEFB4-F457-43D1-B85A-62D236A17520}&quot; startTime=&quot;0&quot; stepIndex=&quot;0&quot; volume=&quot;1&quot;&gt;&#10;&lt;file modifyTime=&quot;2015-07-21T08:53:42&quot; size=&quot;3810092&quot;&gt;&#10;&lt;path full=&quot;C:\_BACKUP_DT\ONLINETRAINING\STM32L4-System-Reset and clock control (RCC)\STM32L4-System-Reset and clock control (RCC) Final\audio\audio12.wav&quot; relative=&quot;STM32L4-System-Reset and clock control (RCC) Final\audio\audio12.wav&quot; resource=&quot;audio12.wav&quot;/&gt;&#10;&lt;/file&gt;&#10;&lt;audio channels=&quot;1&quot; sampleRate=&quot;44100&quot;/&gt;&#10;&lt;/audioTrack&gt;&#10;&lt;audioTrack duration=&quot;43729&quot; muted=&quot;false&quot; slideId=&quot;{9D44FC48-5D2B-4D45-AB9A-AFA61E4A62BF}&quot; startTime=&quot;0&quot; stepIndex=&quot;0&quot; volume=&quot;1&quot;&gt;&#10;&lt;file modifyTime=&quot;2015-07-21T08:53:42&quot; size=&quot;3856940&quot;&gt;&#10;&lt;path full=&quot;C:\_BACKUP_DT\ONLINETRAINING\STM32L4-System-Reset and clock control (RCC)\STM32L4-System-Reset and clock control (RCC) Final\audio\audio13.wav&quot; relative=&quot;STM32L4-System-Reset and clock control (RCC) Final\audio\audio13.wav&quot; resource=&quot;audio13.wav&quot;/&gt;&#10;&lt;/file&gt;&#10;&lt;audio channels=&quot;1&quot; sampleRate=&quot;44100&quot;/&gt;&#10;&lt;/audioTrack&gt;&#10;&lt;audioTrack duration=&quot;32868&quot; muted=&quot;false&quot; slideId=&quot;{6004C45C-FB5F-4C77-B5EF-C6393BF0314F}&quot; startTime=&quot;0&quot; stepIndex=&quot;0&quot; volume=&quot;1&quot;&gt;&#10;&lt;file modifyTime=&quot;2015-07-21T08:53:42&quot; size=&quot;2899022&quot;&gt;&#10;&lt;path full=&quot;C:\_BACKUP_DT\ONLINETRAINING\STM32L4-System-Reset and clock control (RCC)\STM32L4-System-Reset and clock control (RCC) Final\audio\audio14.wav&quot; relative=&quot;STM32L4-System-Reset and clock control (RCC) Final\audio\audio14.wav&quot; resource=&quot;audio14.wav&quot;/&gt;&#10;&lt;/file&gt;&#10;&lt;audio channels=&quot;1&quot; sampleRate=&quot;44100&quot;/&gt;&#10;&lt;/audioTrack&gt;&#10;&lt;audioTrack duration=&quot;49101&quot; muted=&quot;false&quot; slideId=&quot;{87785C08-50E1-4172-B739-B171E1A2BCD9}&quot; startTime=&quot;0&quot; stepIndex=&quot;0&quot; volume=&quot;1&quot;&gt;&#10;&lt;file modifyTime=&quot;2015-07-21T08:53:42&quot; size=&quot;4330796&quot;&gt;&#10;&lt;path full=&quot;C:\_BACKUP_DT\ONLINETRAINING\STM32L4-System-Reset and clock control (RCC)\STM32L4-System-Reset and clock control (RCC) Final\audio\audio15.wav&quot; relative=&quot;STM32L4-System-Reset and clock control (RCC) Final\audio\audio15.wav&quot; resource=&quot;audio15.wav&quot;/&gt;&#10;&lt;/file&gt;&#10;&lt;audio channels=&quot;1&quot; sampleRate=&quot;44100&quot;/&gt;&#10;&lt;/audioTrack&gt;&#10;&lt;audioTrack duration=&quot;29016&quot; muted=&quot;false&quot; slideId=&quot;{9FD40A7B-E425-40D4-B01C-DBC954FBEB09}&quot; startTime=&quot;0&quot; stepIndex=&quot;0&quot; volume=&quot;1&quot;&gt;&#10;&lt;file modifyTime=&quot;2015-07-21T08:53:42&quot; size=&quot;2559360&quot;&gt;&#10;&lt;path full=&quot;C:\_BACKUP_DT\ONLINETRAINING\STM32L4-System-Reset and clock control (RCC)\STM32L4-System-Reset and clock control (RCC) Final\audio\audio16.wav&quot; relative=&quot;STM32L4-System-Reset and clock control (RCC) Final\audio\audio16.wav&quot; resource=&quot;audio16.wav&quot;/&gt;&#10;&lt;/file&gt;&#10;&lt;audio channels=&quot;1&quot; sampleRate=&quot;44100&quot;/&gt;&#10;&lt;/audioTrack&gt;&#10;&lt;audioTrack duration=&quot;35004&quot; muted=&quot;false&quot; slideId=&quot;{B0E0E3FF-8EF1-487F-95C2-5D92B7775E74}&quot; startTime=&quot;0&quot; stepIndex=&quot;0&quot; volume=&quot;1&quot;&gt;&#10;&lt;file modifyTime=&quot;2015-07-21T08:53:42&quot; size=&quot;3087404&quot;&gt;&#10;&lt;path full=&quot;C:\_BACKUP_DT\ONLINETRAINING\STM32L4-System-Reset and clock control (RCC)\STM32L4-System-Reset and clock control (RCC) Final\audio\audio17.wav&quot; relative=&quot;STM32L4-System-Reset and clock control (RCC) Final\audio\audio17.wav&quot; resource=&quot;audio17.wav&quot;/&gt;&#10;&lt;/file&gt;&#10;&lt;audio channels=&quot;1&quot; sampleRate=&quot;44100&quot;/&gt;&#10;&lt;/audioTrack&gt;&#10;&lt;audioTrack duration=&quot;31430&quot; muted=&quot;false&quot; slideId=&quot;{A7227F37-BFE1-4974-A737-FAC2C2796EFA}&quot; startTime=&quot;0&quot; stepIndex=&quot;0&quot; volume=&quot;1&quot;&gt;&#10;&lt;file modifyTime=&quot;2015-07-21T08:53:42&quot; size=&quot;2772258&quot;&gt;&#10;&lt;path full=&quot;C:\_BACKUP_DT\ONLINETRAINING\STM32L4-System-Reset and clock control (RCC)\STM32L4-System-Reset and clock control (RCC) Final\audio\audio18.wav&quot; relative=&quot;STM32L4-System-Reset and clock control (RCC) Final\audio\audio18.wav&quot; resource=&quot;audio18.wav&quot;/&gt;&#10;&lt;/file&gt;&#10;&lt;audio channels=&quot;1&quot; sampleRate=&quot;44100&quot;/&gt;&#10;&lt;/audioTrack&gt;&#10;&lt;audioTrack duration=&quot;54996&quot; muted=&quot;false&quot; slideId=&quot;{CD22098B-5CEF-4F44-B9A3-27A8288EB385}&quot; startTime=&quot;0&quot; stepIndex=&quot;0&quot; volume=&quot;1&quot;&gt;&#10;&lt;file modifyTime=&quot;2015-07-21T08:53:42&quot; size=&quot;4850732&quot;&gt;&#10;&lt;path full=&quot;C:\_BACKUP_DT\ONLINETRAINING\STM32L4-System-Reset and clock control (RCC)\STM32L4-System-Reset and clock control (RCC) Final\audio\audio19.wav&quot; relative=&quot;STM32L4-System-Reset and clock control (RCC) Final\audio\audio19.wav&quot; resource=&quot;audio19.wav&quot;/&gt;&#10;&lt;/file&gt;&#10;&lt;audio channels=&quot;1&quot; sampleRate=&quot;44100&quot;/&gt;&#10;&lt;/audioTrack&gt;&#10;&lt;audioTrack duration=&quot;31878&quot; muted=&quot;false&quot; slideId=&quot;{25119E60-ADD1-4420-950D-4144492DCEA8}&quot; startTime=&quot;0&quot; stepIndex=&quot;0&quot; volume=&quot;1&quot;&gt;&#10;&lt;file modifyTime=&quot;2015-07-21T08:53:42&quot; size=&quot;2811692&quot;&gt;&#10;&lt;path full=&quot;C:\_BACKUP_DT\ONLINETRAINING\STM32L4-System-Reset and clock control (RCC)\STM32L4-System-Reset and clock control (RCC) Final\audio\audio20.wav&quot; relative=&quot;STM32L4-System-Reset and clock control (RCC) Final\audio\audio20.wav&quot; resource=&quot;audio20.wav&quot;/&gt;&#10;&lt;/file&gt;&#10;&lt;audio channels=&quot;1&quot; sampleRate=&quot;44100&quot;/&gt;&#10;&lt;/audioTrack&gt;&#10;&lt;audioTrack duration=&quot;60003&quot; muted=&quot;false&quot; slideId=&quot;{2E0ACAE6-EE6A-491B-8317-0AE18A85914B}&quot; startTime=&quot;0&quot; stepIndex=&quot;0&quot; volume=&quot;1&quot;&gt;&#10;&lt;file modifyTime=&quot;2015-07-21T08:53:43&quot; size=&quot;5292332&quot;&gt;&#10;&lt;path full=&quot;C:\_BACKUP_DT\ONLINETRAINING\STM32L4-System-Reset and clock control (RCC)\STM32L4-System-Reset and clock control (RCC) Final\audio\audio21.wav&quot; relative=&quot;STM32L4-System-Reset and clock control (RCC) Final\audio\audio21.wav&quot; resource=&quot;audio21.wav&quot;/&gt;&#10;&lt;/file&gt;&#10;&lt;audio channels=&quot;1&quot; sampleRate=&quot;44100&quot;/&gt;&#10;&lt;/audioTrack&gt;&#10;&lt;audioTrack duration=&quot;11459&quot; muted=&quot;false&quot; slideId=&quot;{13DD5F06-F02C-4C67-9F7E-8B07A2A18089}&quot; startTime=&quot;0&quot; stepIndex=&quot;0&quot; volume=&quot;1&quot;&gt;&#10;&lt;file modifyTime=&quot;2015-07-21T08:51:02&quot; size=&quot;1010732&quot;&gt;&#10;&lt;path full=&quot;C:\_BACKUP_DT\ONLINETRAINING\STM32L4-System-Reset and clock control (RCC)\STM32L4-System-Reset and clock control (RCC) Final\audio\audio22.wav&quot; relative=&quot;STM32L4-System-Reset and clock control (RCC) Final\audio\audio22.wav&quot; resource=&quot;audio22.wav&quot;/&gt;&#10;&lt;/file&gt;&#10;&lt;audio channels=&quot;1&quot; sampleRate=&quot;44100&quot;/&gt;&#10;&lt;/audioTrack&gt;&#10;&lt;audioTrack duration=&quot;5808&quot; muted=&quot;false&quot; slideId=&quot;{D53BE849-0E03-40D2-9CF3-EE5458EA3C0C}&quot; startTime=&quot;0&quot; stepIndex=&quot;0&quot; volume=&quot;1&quot;&gt;&#10;&lt;file modifyTime=&quot;2015-07-21T08:51:03&quot; size=&quot;512300&quot;&gt;&#10;&lt;path full=&quot;C:\_BACKUP_DT\ONLINETRAINING\STM32L4-System-Reset and clock control (RCC)\STM32L4-System-Reset and clock control (RCC) Final\audio\audio23.wav&quot; relative=&quot;STM32L4-System-Reset and clock control (RCC) Final\audio\audio23.wav&quot; resource=&quot;audio23.wav&quot;/&gt;&#10;&lt;/file&gt;&#10;&lt;audio channels=&quot;1&quot; sampleRate=&quot;44100&quot;/&gt;&#10;&lt;/audioTrack&gt;&#10;&lt;audioTrack duration=&quot;21656&quot; muted=&quot;false&quot; slideId=&quot;{4C81DD5E-CABF-4B23-A311-6DD6AB15FDA8}&quot; startTime=&quot;0&quot; stepIndex=&quot;0&quot; volume=&quot;1&quot;&gt;&#10;&lt;file modifyTime=&quot;2015-07-21T08:53:43&quot; size=&quot;1910060&quot;&gt;&#10;&lt;path full=&quot;C:\_BACKUP_DT\ONLINETRAINING\STM32L4-System-Reset and clock control (RCC)\STM32L4-System-Reset and clock control (RCC) Final\audio\audio24.wav&quot; relative=&quot;STM32L4-System-Reset and clock control (RCC) Final\audio\audio24.wav&quot; resource=&quot;audio24.wav&quot;/&gt;&#10;&lt;/file&gt;&#10;&lt;audio channels=&quot;1&quot; sampleRate=&quot;44100&quot;/&gt;&#10;&lt;/audioTrack&gt;&#10;&lt;audioTrack duration=&quot;60304&quot; muted=&quot;false&quot; slideId=&quot;{2A33BE97-2CBC-4006-9DE1-28AA9CE0E506}&quot; startTime=&quot;0&quot; stepIndex=&quot;0&quot; volume=&quot;1&quot;&gt;&#10;&lt;file modifyTime=&quot;2015-07-24T12:55:00&quot; size=&quot;5318860&quot;&gt;&#10;&lt;path full=&quot;C:\_BACKUP_DT\ONLINETRAINING\STM32L4-System-Reset and clock control (RCC)\STM32L4-System-Reset and clock control (RCC) Final\audio\audio25.wav&quot; relative=&quot;STM32L4-System-Reset and clock control (RCC) Final\audio\audio25.wav&quot; resource=&quot;audio25.wav&quot;/&gt;&#10;&lt;/file&gt;&#10;&lt;audio channels=&quot;1&quot; sampleRate=&quot;44100&quot;/&gt;&#10;&lt;/audioTrack&gt;&#10;&lt;audioTrack duration=&quot;49206&quot; muted=&quot;false&quot; slideId=&quot;{AE559C28-E45C-47E9-8DF3-4736D35EC0EB}&quot; startTime=&quot;0&quot; stepIndex=&quot;0&quot; volume=&quot;1&quot;&gt;&#10;&lt;file modifyTime=&quot;2015-07-24T12:55:09&quot; size=&quot;4340012&quot;&gt;&#10;&lt;path full=&quot;C:\_BACKUP_DT\ONLINETRAINING\STM32L4-System-Reset and clock control (RCC)\STM32L4-System-Reset and clock control (RCC) Final\audio\audio26.wav&quot; relative=&quot;STM32L4-System-Reset and clock control (RCC) Final\audio\audio26.wav&quot; resource=&quot;audio26.wav&quot;/&gt;&#10;&lt;/file&gt;&#10;&lt;audio channels=&quot;1&quot; sampleRate=&quot;44100&quot;/&gt;&#10;&lt;/audioTrack&gt;&#10;&lt;/audioTracks&gt;&#10;&lt;/narration&gt;&#10;&lt;/presentation&gt;&#10;"/>
  <p:tag name="ISPRING_RESOURCE_PATHS_HASH_PRESENTER" val="3f93999a83f1dab0f11081a782aa12c16b40c9e1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LAYERS_CUSTOMIZATION" val="UEsDBBQAAgAIAJtz9EYGXJ0hxgMAAM0PAAAeAAAAc3RyZWFtbGluZS9jb21tb25fbWVzc2FnZXMubG5nrVfBbuM2EL0vsP9ACPCx2fZWFI4D2WYiIbKkleg46UVgJMYmKpGuRDm7/foORTu2sykkrnswYFJ8M5w3j8Ph+OZbVaIdqxsuxbXz29WvDmIilwUX62tnSW5/+d1BjaKioKUU7NoR0kE3k8+fxiUV65auGfz//AmhccWaBobNRI+OY8SLayeeZi4h7sxb4JCkGXGnzsRViuabignVjL/sFw/ArvxwHq0y4pMAWxmZRSFJoiCL3RAHpyYvsBJGBAM+lIpZIuMEp+AcJ84krlkDrlmNfPEi7cyk2E1mnjNJGa3zjR32wZ/jyJk88IL1e10mCWw3SwMAZX6qIwdzizjABM+dyZNs0YbuGFIS7Th7RWrDQEeK1ww1JXjQH3IJE6Jlfc487SOKiR+FaTZdEhKFzsTTRuRWgUx7qV64yT1ODplOkmgFOa5r+WoFxImb6vzgmjastoJ6/p0XwK/Lr8fXmxJ+ytJIjCHsmIleEE5T9w5n0+gR0qLVaIOI7p1JdG+DeNKSf+oXfOg++HeuzqIWDOidJP7sTS05FUiK8juieQ44tK3Zjsu2gRktIFYY3Vh6SfHXJejUd4MPNGkMIi46da75jsEW6qI/Ld0xN1Vr0FE3688r1SBgtCSBH2LjKmpVyUXvaYFKMsNzP7zLvi79P7Nb1w/w/M05fiSGCQonUUiFaFlKzS6QQosdFTlDzyynbcPQd1hW8KJbtqWQE03T3y3/B1G1P8WjfQEI5/hxdHXZ1gwvK1oLuGssTZ2Vnx+DrdoGIlWKVVvVF8UJE1f/yy4ujSt20/Q/gxqSlwsjeuffNhxzrWV4AdmG4llRXg5HBVBnIIpbKGOBrgp8wI14RC+iBO/RCwl6t0PHXhRCpPEG+pw/hsNWeJr6RFPEnhuumAXyjGG7NqDLlkn6x0LJZbUtmWJHsTyzF01KyegOMgnzvDHqufoJZ1aqONR+XaRPb5JDaYQNram+2RFsqeQVsFgMsLlc4AOb5gI4Y2Il27LoalrJ/+ouASC4rQwhW0O2cfpSy6qbLWlzOFDmDrq5ZBcmuMQ4PXXYZ9Q0dSDkQ18HQh6MsepJjyjDGWHflAXGREi4KtlAVHexDWtW94hzNgdCPUC8byDTjXwd2kCmWurvGvV9YbE7ph8a2jfeR0uDWnDiLRfTEIrqvhMhm7Z6FlBde6PpuLvw3XNqw0Zhp7iffvOcGrF78ZwiiQ8n9TZKFi4ofXR2ZPWnEZIv6Hx6vky6PyMbNzbPqm7tQeJhtB8H7hQHml+oQj8YeRs13cN7/OXkHf4vUEsDBBQAAgAIAJtz9EYuaxIwogQAABUXAAAoAAAAc3RyZWFtbGluZS9mbGFzaF9wdWJsaXNoaW5nX3NldHRpbmdzLnhtbNVYzXLiOBC+5ylUvg+EZDaZpIAUk5gKNWBY8OxsTpSwG6yNLHklGYY57dPsg+2TbBvzG/7E1GSye0qQ++v+1Opudat89zXmZAxKMykqTqlw7hAQgQyZGFWcz3793QeHaENFSLkUUHGEdMhd9aycpAPOdNQDY1BUE1Qj9G1iKk5kTHJbLE4mkwLTicq+Sp4a1K8LgYyLiQINwoAqJpxO8Y+ZJqCd6tkZIeV8qSXDlANhYcWpp5zXgZpUQegU14UeWAwio62ruJgtm1sahiyzRHmPfQMSARtFSOn6vUMmLDRRxbm4uszUoHhxW81MeU6PZmruJfIUZq4/BkNDamj+MzeoYAgKHQa6alQKqHRjbU3SwFezXMiXwqmgMQt8/EIyJ1ScB7/fdetu1/Xu3f7nbjOnao3wG37TtcL0mo0Ht++1fbfXf/RbzZNBvvu7bwXqdN2e6/lut/+x0T4RYb+fFabz2PZOxbitWqN5IuaL+7HX8E+15NVapxyQtZfn4qf6q+Y32t4JsMenjtttNrxPfb/dbvqNjhXqvt3q1LynbZfN0mUtMcrFzRwrYy7KVK1nkonSeCAo41h5XqSTBoO1i1M1Al/WGeb9kHINDvkjgdGvKeXMTLHEnWOJewZIajqBwHSzRK84WfI6K3W5QiSG2b+qIpfLKnJzvbHxYm59ta2dLMvLyteJpJE/mf3NxZL91c1h9nt4lrF6J1RMm3L0s8lvFPDzw+x3sSyPWQjSo0rN6vo2+yP2S+cXKwaly6urwxT2WCtTY2gQ4X1jFtfF+spCaijFRmhnv8lA8nDpVYgHEHo0xvSaX7GF5ZkVaDimePmEvWcmCnXElhwyxKTkeAI1xSh3CDN4IsFC3cu9BxFVeiO7lo7KrsWgWlNKTvJd5wv7BDsgbMQe0ck8czQoG3FXUW0n2ZIKuwgxlDbCTdDaWtiNMbltBL/AQDMDVt6KsMO6tZJcHDZpWPJdIX7LYtMG0k4NZ8KKub8od9pGugdUBZGVZCQnRCazJLILpBBOkc+Z4KFbbRJrgo2cJw1YWfeZ4fBDNdZW1cQqNmXKQzKVKeHsGYiRBKMkjfG/CMh6H0yGSsazVU61IZpnfh4zmEB4Z2PoCU3EKSKz2szB5Bb+TNk3MoBhlqQc6BjLGK4znesvWO2AKoGwkzgkFPN8aZ8utnNeurh8/8vV9YebzBHzIvpqJLDuQ5yYt+RB0e1CIhXOJR7kmjU8lICmGmahEbJwJnbUba/BMaLjWVxmsTYzjhHJkHduGz8EeL8xkYKtwoAKIgWfEhoEWb3HKB8zmWpcyeM5V62/i2AOxXIyozpiY0BjKrS7q1aOvC0U//nr73cHQfM+u8NpZi1vtO8PjoLWyBdj5xHc3vHOGncq0wOjnjVya+CzRu4Y+45g94xmr4I6PNYdAR8c7o5g9454W8i6VHFW/cKtze5+WJj319tNabmYNca7++TZTPHWbbKXlQXLZuvJruR4dp3bJxupbn7Xr9/zVhTwoh7lXQFe1ZzF2N2G31Or9j+KvEXE/ODJaudQuz9i/r+58Z/aaP5r+Zi08Xq0fNbYfNk9w/XNp+zq2b9QSwMEFAACAAgAm3P0RrQmotbaBAAAzRwAACIAAABzdHJlYW1saW5lL2ZsYXNoX3NraW5fc2V0dGluZ3MueG1s7VnbbuM2EH3vVxjuu51mcyvgNRC7dhEgmwZw6teClhibCEUaIuXE/foOL5JIXWxK7uNG2Ox6Zs7hcDgXWjsRH4RNfxkMJhGnPF1hKQnbCiXJZQMSfx9uMik5+zNFMcFMzvCWsOH01+Vy8fD7fDLWdmcwCxZrxOz+6uo04iniivxK/7SZgo1MOX1FDNPRZvvPJnfpVj2hKGyc6oDRHooR42mC/IX1T08S48fiVj19KJQOYgwc3+bq6cQhMMWRxLG7mwtpzH5uH9XTj6TcUYfAEvg000x5YIjJpQ7bkSTBlDAM2+i2hQIYZWkKrq8oiXG3PK5SvMHnngyUQ9mx7WvKtykWolscC5Y9RccNij4APp8vHrrCJZeI6jiInrHUDDYMHfAHTrMEz41ohlJAP1zPbtv9z/Nu1tjnrhfq6YY1/e7mWj1hSNv3Tp+TgGDm7ets63KM+/WLOkH3ZnGaI6RTnGAIbRMlRcSTPWLHZ77lsy4R3B33OIWc/MiDqAvz7iFkTQd7IIKA4wB+vLtZzgL2vE9JgtLjXKnONoMSJjDEJnaAoTGWaCNscgWGVCPsSRRHFDwaz/OETMczLN0T3qOhREgxgoNLRjuy3VH4Yw7xdFc8z5Yncl/H3OQo8/JyKsevXqfnZ1/pWackbCG72Dc1kN6IpHhtirF0T3sXmmNFVauI398t/giNOPwaoUiSA3byMrSuCwbCLEffSquS9CgzjyK4xlT81wR/mi4zW6qnzViqc+p4y/cxIXd8F9FvUjYwdB+VZ0hCZuUpitBh6XDs4fIIECQJZ7pkzmaqA1a3uCcWkwjJgAn0SVjMP7vPjzouJJErqNBjtrCWy8D9WS973AQsch966cvt/WtD0LbO3xnsP933BBP4jsAzWXl1UKbBgqENxfFUphmejOvymv0XbDVuAuQKgyhakb9ATVyxfhLP+F1Wja20ymxXfOMzDnmSTN8RFd4aVQNDwNCBbHXN+I5beJvarr7jn6+m7HC6hpX4o1xJlMpsX6x/wsSQxPgdZVT6RivyL54KyFY6Gbcb6FOun2kZlepJwyDw5APL/YY2UP346/vwamhsjXVhpzIPVlFf9IYDVQ5wXgVi3AqRuyzZMESoqKJ+O4ESGKXRroq4PoFgXOLaEt9OAJCUKNolEM8a7CaHQUJX42UV+/wontg793O6UZXXcPF1xsc0KAwigaMhFB8w/cvE3gLq8opfOkVaHPN0OoMa08Up88runZQuh01epY26EvcDpR84NV+i3RLx5KX5MqNURCnG9l2Rs0pNVaLmlAtcA7jS0la9sHAd0Z+N2g6cIoewiZmhEGVuxUS4ilxeMOiEO6ioDwfqJdcTfFR/r0uRPQ4oGHB3OIjQXgXPl46biW3qu8QvpegCYi+T/QWKVnTxInmpu+wrR3YBtVfiLv9joeixBrTjpuOejJ1scSehV1Lui6/aEDav0X7wGE/9q5xRKFLHpDq9tHBzXEm8F+7YcoxN/uZ8L4WJrZFWdVksa/ddnVNavryl2kvz/7XYn/X4qyE8sdO3YFq+oqyhPVQ1JeYFf5k3xDVMVeP1xwPhmWjGNWl/9pyfPeeintPWXCYJEVGl20Ca/83AjxgvAZXPv4rU3lrU2IznxkGgWMkjxfq089tLu4H2y18eCkD9N+Z/UEsDBBQAAgAIAJtz9EYa2uo7qgAAAB8BAAAbAAAAc3RyZWFtbGluZS9pMThuX3ByZXNldHMueG1snY8xD8IgEIV3fgW5XbBb0wDdTNwcdDYVUUno0XDU+vOF1Bhnh0vuXd73Xk71rzHwp0vkI2poxBa4QxuvHu8aTsfdpgVOecDrECI6DRiB94Yp37R4SI5cJl4ikDQ8cp46KZdlEZ6mVBIohjmXYBI2jrLMGFFWUk4rCivb+b/ozw0MY5yry+xD3qMpe1GrhVOyGipzdig83iLIalDy667KzpRLRRFK/jxm2BtQSwMEFAACAAgAGm1MRN/H9upqAgAA6QUAABUAAABzdHJlYW1saW5lL3BsYXllci54bWyVVMtu4yAUXadS/8FiX+Ok04ci3KpTKavpKFI6j11E7RsbFQMDOG769YPBju0qo1EXluCac+7jHCD3bxWP9qANkyJF8zhBEYhM5kwUKfrxvLq4Rfd352dEcXoAHbE8RcZqoBVnAlCUg8k0U9ah19SWKRoFYkeNokxWilr2wuFnn+UmcVn2k53STGpmD66Ehduen80cWJgUldaqJcZN08TMuFOiMJLXLb2JHTVWGgwICxqHClEPXdr/g91XSYHtQYEZgG+GTaDNZSx1gRdJMse/n75tshIqesGEsVRk0BbrBjTzE3qh2euTzGsOpo3NSMiwAWvb5D42I3bJ5rciMjpLUTiwrcAYWoCJuSgQDlh8Akx2nJqy4zET2pZX1S+cmdIFA7s/vR2i2x7itcED0LwyMYa0+5OHCZ5mJZVv1xtjVXO+AmprDTmKNPypmVutWsKj9vNkjkKiwUY+W2yazP1xqxXNrNSHR4dzBuiEi49Cx0Ho2INovm9FyOOHbrHuVNgMRKhvcxdq6+c1I3uWg/xOtaatJ+6sroHgD8EOi6dggkPfnVJHVQg+YQOS1cbKir17xok/7NJDPzOsCVk/ut0w7wfFRjcNnfBcuxoZzesPtlZdqk76Wk10t8scdrTm9nGcvzfnCPqhvlMeOs31i4lcNhv2DlEJrCjdBb66XqCoYXn7ssyT5HbE0Daxbj1hzdDVVoXIKBvB3YyDPP+SgjjknkETMMFiX52MhZa1yD+KEKvhmhruDPPg/kQcdq5mJ5mVKkWXQ+lXlzfo2NOXxXUP9XWtQ+JQy2dvzbYr21sAdw48dkK6R9Et/wJQSwMEFAACAAgAm3P0Rg9rEPhAAQAAuwIAACoAAABzdHJlYW1saW5lL3NraW5fY3VzdG9taXphdGlvbl9zZXR0aW5ncy54bWyNUttKxDAQffcr8gdNMrlCWcitsm+CDz6XbZWiptBEFMnHmypLd3VFM09zzuRM5mTa9DhF95Ly/Dy993ma4+2Y8xQf0u4KofYwP83LzTKmMadmQ+6mOMyv+3g/r1hFU+7j0C+DW9m0w6j7PEhJo7yqGbOMIskCDQr5wF3lNHgNrnKeEtc23yS+dJfxMMZ8WbVtztifF/YxjUvex2F828F59Sl1PsH10g9TrUs7wdYox67FszUQI1zyUKgBAIEc98TjIqWWhqCAGcdQrKJAARHOiRaFSMqhZp0WVYUFLRCTjFFfaKD1NjLGeuqKBE2Iqd2C0q50nZUYI0IIMF+4gM5iVKuhahhQq4HgwYIoxhqiAHWusx0rwQfhOFI0CIwLsxYw3szdpju1a0P/Pc7Rzj8EL37BRXbdrebHctWX/7qfH1BLAwQUAAIACACcc/RGVOuxeRKmAADMJwEAGQAAAHN0cmVhbWxpbmUvc3RyZWFtbGluZS5wbmeUvAk0m9vbPtx5MJSeGoqiPT2lNbbGlhqqR53W2JqHCFWEINUaSoRO0VOUTqaYGmqeRcykaGkRMUcSpKrGJFJTkEjyxe/93u991/r+nPNfz8pKwn6e7H3ve7iue997v7SyMBHkk+Tbs2eP4M2//ryzZ88h7J49+3uPHOL95c9gOwne296Hd0yM9pT1nprnfTngfc382p49lQn8W+4Hed+P3v/L8eGePcfat197OyEF9/bs4ebe/POazSNX6vjhFJvh8c7AgYlV/B95aSl3kevHTJMVzhu/l2vO+fv3AZuY7KeiujfumsblOUz8aa5xw6Pd1eram98Hrvk0jl7cxMyGeuHuh6YQMvzrGte7V9KpvT3N3ot6K4HHLCO3cIVebwyca/wqofRmfED9tBh5pjfD1EPg4uO9Am579p/8tOfQ//lj0fMnr59cELJWEWNbK199NId8sYVVATQMucLWbJ3rH+T6TzQRGDSSyb94lAJ677RrF+b9s+3H5UUobS0hCYrlTT+AG+sYLqAQkvQ44fGJXe7/z8fTUvu7vrxPuCA/mOXbGEJbttyat4z6/eLZMx273sb7+PervdMeXd/eJ9sOIl4pXOuWC5w6+dZx9y5ffPyk6J7hldTlKl9717BcYGOlwvip9baokn/o5Z79hJNWFnlNJYhbvVVXnng8hv+DbC5aiQqeVz2r4QG4Y2T9D02Fwfufe20dFqZw9xTd/a1Xb0n16q5d+aJt9aOPinwhUzVUc/dLjILEJz9i9TcyBbknb72flQstb3PVFcF3QEW4Bhc74i617zYym2P7zx3DFtkWe80TP958d+xmnY2LW3eSMqpxsUGRAk7TBNstO8BtG/A/Wry1OimIIP9Jh2bLI3N8UOW0lit5D7ZMvs5+nn2+S29FCYYWFvHGpOb1ibQezVXoAkV005WvseYO3Kvf7SYk+7UJEtcG5+8+56aAPU1xsi6vreBkn3EMs0OgfQbzDEWdqxFKa2jQBztE5XeXlohLu+rE1xHDvE9K6VmS6Z4kSE1nIRdklRzuervcm6XvKYmYN6eMlIL1oIxVJOHtOdMIUVuNijt7cq2Ur+Z7ZItL6emj1cy6DaJXVtUb7t11ULjDhnu0qb0IN9/73mmVrQZ40WtvmJsVjvvVMqljGi5dKBtTNv31bEJ167PD8vRzTd4N+Gyk4+2pFOU98VOmx3fXwjaBP6+jwlZmpG0u585md75H5/dFNXxXOhAyX1Zch789g0w1Og23bhBmCyRcf52XxTcicuyCUoxd3oU/dKkV7Vtgp5lLW2UtIr8VqmaU44drewVNpaI/mOIKyb/0dbQBILEy5QN+DXlWZ5IlEcbJ3gJ4JPilq7cW/o05SOxpZbYRqq2jsu7I5UzV67vrppqE1WlGI5ndG31MeqG9EmQouk+5Oc9jNTzM4ZZ4eqKnWx5YxRaU9/2C02buaROkZYHwIIWvou37818XnK7l3f9rMqWtQNjIOEHIVCH6tKJNwvzJNel9Os0yzKNnnKvVFJ1oebcq77s+Khf+DO/sn5bIQaa2NbX1Ki/o3EGK1BzwyMPHSHYuf/orK8Lx7m7d/OFz2uaRP6kGe9i7EIqYv9IsJwtXznFwMuj/XlKyH3XnhRcyRkkJVtCnxJvYI8PZrTYOjIvPHfiQRnWibadtYfObVs25K8P2BVb8s9GvLcrzo13DVax5UjRhvzgn2a4nIorInXgXnxDtawwwcXzu1X+rLmjKwSkoXRanqqcfqh+6ixQL5g5lm15L+vI2rp+lbJvrWLCvW+PxvBGqosS92kiZOpUbaXNQLMlLwFQ5uk8JXaXspGdn4yCqZzfsW3SHn/VyXvPg/X6+KrNEL9FzGoq+pxR1fMsSVF13n7YY8GmbFB+Jr1VlvrofkY6j+Yo6e9wdb7CHKP230FatuTEX4S79uTLDJgUig/QvR7E2ADFA1+1Zk+Twoam2JG+z5vg5mGgwT8MjbyZ5K/meiuWPm9q807a7I3/3ZLo7Wb72RwO1qluJ6YCh1N8PWEVXaYkC3l4al/HOhWGuSyIunLR2EBXMyBZ1dTe4aJs231G97nik1uhx3qe/ygvLK1w8apCp8ULX0piC3QYL+UZqzTKHbBJEy+Zh2d2qC6EZUm16AHBg2VkAKO/SkfVTgDt3njg1bCvJQPb3iJaTuzuHI4caQmgLz6qEbczTL19KzZ8L5c28pnSOR3e7RYNeT5fOZcVAUJ6h/AGH1ADXbqU8mZzHt868azujuZYjfH71OOMy/xm7ICBKOBv+MNjvsiX9BKxkdjj0MvCM/RHkqtMqTMRsvm4O/bxLvdn7kXKT/apOtdldXl+DS0R65mFr6msIfmhpQaCS0OvVb+J/7CrKyEMiMXCtoDkrUo2/s1pWPz1cJdzMUeqmeAp8/Xz395LPSEdH8kX2F7qBmv5D/Ye7KYPhF21hwc+ZYTOpzxS+rbqERXvxdQypOV5YWPN7dRxRX4TyOxw7dVJxd3364XVa8m94rmT7yefnJLrVNXRtpsxBN3jX3/8QBu9CHvfFcY/c5cq2Im8VhMly1o7uNvAPPyRPa5zlXe3/EI0rtQ1BHVEHKrkJj20wP/KYEVoRWrv42/sFAsKI47zL/R/AwajUaY0pg6ejXJP7Bb/5TryIEnyy2wgL6g4dwW5f/4CVDKmCwogl2WtU7tnTw+V1hfpZglmCu4zwlAIPEWxf/wSeGIfeIlMjkZcO/SN+CdS0MteOLLhFeiTbdf6S1ZLgnO5kZadMzq63CkvtV8L9VX/uyYVDx9QMQTfc/gLF7NyZgG1hmPGEwZsbjMhLLO9F+gPHXhZ33uGWe9va8el5n8A/jvbu/2ppFl2ZJbCJ1yJwwVIdMZX/Z69UUPQ/ndlW1OjdZHhXAjFNI/hD7Usrxi31fBuzHn0OMZhHsOo79SYat86RaqHa1367dqdEcC4WWcQx3bsYG3Xw2S6ynhf4rKZBYo+dYHBWA2seLguTrkwPbc1EGnj83Wyw+AdprdPZD+gaUHL9Hey5VyVn6yg25eKG6f6d1bJO4m8AKKkxtLw5iv07KZjxV3fzvbxp14gPtGAMvRnU4D+P71qugbwKBhmBalRHsgyQEu/cx+SuL4qv7KiSW0YoQCOVXTxDLFN/QcxckZcdm8nwcT4cVDFmTv+io3GGZ4YeT92e7mYulyX+9gaFTJ8iXVkSIcF6U56RepZq1t4znnsp4U5S+t7fUpdru2z+fExxYkfP/J8nbIYxWucmaihx1v7JJHyJoe7DFH8angj3krorjbDyuZEr8e7AuwO7KPjnb4ZXr6NMvUms643E3kCYUMCUZZUyzOk3xG0fsX/VkScbdgjldB9diwCIrABl0an2qf/GUs3057z/Us0ykcSXTy/tJou6k3975hLiTfNIjAllvxekRuoHrYoc/0XC331x/+8lvJunvHc6E0kwnh2tWRR0uT9y1RzsnjYOpvqI0fWaf7TkS3WrL6ua/OC96ixLPHZSvFbD3KNYxuI3tJ7sT+IEICy3aE/XOLo7ROkyqSakyJ3UMKxbF1wOSWscuhAISkqeLYN0HmJtzJNoU1Gu/mHOI+8XwqdkJu5zsywf3QR1/NEKFNlF5FjD3CPYEAgWHbpI9MZlbFY2V25cJ9VcxS0z3iuZ/UISDnoTkrQw1aW0BAuSVnCRT32atogBtWsczJqIJOo3wp4Shtk9ZbKgrHEdnvaWasvmVf4842F1k+erL0l0+Kv9jLyUsCNv2ehTUtXG2XEJB73eGVRO8xug7Hu5Pa466yecoVx9Un3rwdthX/hxIgj/rKho/wCGB2ngx9/V/h4vPGJFEReEu0mV3/TDFwNYfvP3Uc4uIMYsf8+i8z1uMy2ItdqyogRhQQ/cSPzj4u9jY948l3Ns6+Denb372HZ3/Dp1wxg9BQm04c0swnKsAQqvstXjGtxKWLF2+Ttk/kUNzHhJoS4CpBVa5V/ElSYNfYf6kKJDMCquoBqfRNgynp9qYL+uxqI5oHR71VjtAqhGnDarex8LpzxFnZKPohRNhRxPP55uy/cfHxiYJlAP7NlRE0R1NEjNmrikV6y+g/dYtOGwlwqoZO/6W6j5LEKsNz20HOaLy9p8479hn0miKzX+6nnhNZvlJQWOxGqN/EXW+nmP5xIXK2HgzFpLiCyYW59dTHhrjQ2QSSzQaPSIIdBxga2Eega5sfehqZZFNaw4s1DkydFEuy/FriUxU8agjp+fgMK76g5cEPsgdJrQRaaivG9E+arijl1LLb6ou6IOXVzFUQkv+bAMkvpZA3T+IZgvxHU2CRyBV37n8HnCnQ9bk6Hdr3Vq7RzpF0X1oz8draCj0T1ej9UPv1sIC7G1Z9FzaVixRgUUxUKtMfA1AVL959Rl9VqNHHZkEQGAwibFBw+DxJ0Wy9aP9hZoFf/iBYoUgSktiQeYlM4dUx1+IEZrw1WgMWNAQ/nLHIK/KzNtrk1N/L2yFJqcKbNI7GOrXCRBLI+NQRLWOJ+TzDf6tAyyvKGh3mU6usIIWL/WVpET0c4BNLOuSmJk8n+aIUXNDl9q/JhIyA7xsg8KaSUseeEZlxonRVBp0Q0f/KoJpe96IkOT2KHf7rNWLWcdFntpovoXC2MSrbPwetMzM3ZduLS+uG9PMKd3yZCkPeGTQtCIr71VM1hIPV3O4J/GBJBtYv3rnoOelscmIJbpVWTOOBndkkX0kI/w5S5sFuoNfGNPsM5CKSN/Djs2fPisins08Ye9u91foJFlfFKt51TrLJ3zST9iBciYxz6jYVCR7lr5eYSDgj0qvgE1Fa8I0xk9ZQsBIeYQFMUypFvzWGC3Znw1t6ELhYtUH9WPWJLpHm+stTkTY5RiW2xHwHDZEOjWUqc/ocqz5uFsbxxskYDqHClx9EjQZxaMB3ZKh2A18aOi9i7ueGBUM5uzjql9IRs5up2uItUF5syP4hRdulZbGhjyWRED5OLIlvUJqOii5CCANYNNo8HFXX/htz6fsBx1hjTbnunUHqw78S+cy2ifEgSS2bzukKkX2vFC5dRD04sK56U+fKBaQ5ssI61CtvIZoFpLWlYGwG2kHx2SRTRwqs+S1q8U7+X01TTNFbW5GPS7ncYfvE5S1cNrnWIPryZ6YQq8pHRHaprW+e2eT9OIAbJ6HCkSpiKRHUpcx3qdcg9ZLAfctxv3i9RDHTQH3B8hUquOedk3sLFl+q2q+ILmXgZZp0s/YjOym4TOGXqCWxxvpC13q9YuDBeTeEAODGgIqhwutpcdKlf4oeU36obZxEJKgJhIu5wbgqz+hMh75M3eUCqJzKmBrTeS0VlbP+VDhm6bOMaKKfsNFdwOoaHxxBhRxRiXH8tWh8CmySpo5hqFBS21L89kLyVEKa2dTFpfo49Wti9iuJEs3nNmohR+WV+ufzB9q1gp8V85ydE+s9YbrgGZ/sBUsCqW08cZZp+ANtXyd7sYEzAuVowC/i6OxNOqdEsaXRkAZrzUGxpFR2eNkn1hd7nU5TelzcBWQsu+a92L3jIo84wFAtSg0IvOrnZz5qJUR3sbISrCp6brz4ka1K9osHCO5FquBUeWRU8la+my7ouns4f8RlSxvQYjZqaaKiC/kEBTlCnaJYdEobZ1MOYB1kqQKVIZpsoxzxJJqJ/NBA8X2a6YT6Yq4O48+4AG44nPj56IMGR8UY3sb/kFV/0Dd3Q2OivcvDNirRiI7s8xITFoot5HvxWXtxBb1kohm2DujDbGp3bsgSlcCMvhSXBjQc+WUZhN71HHVfOYMmk8lOzPdOnSrVaM5Rz9Fy4oCCTGwUUpD9c9+PaCMfpStvED9YT9bcZLdg76aZUllW5uUHlYCnZXaCi0tFeegUeUSbNessm3s0abMRujHLvZ69Ap4lVS85QhKJHyNF8PolI7HoXBhRj8yt9Pa8WMZnpnVTSNN75tvTFx2Jn2jmxexc3kaKJeDvfIwVqpq6pp5pt5hCE6ImPlLE+WY9SmnJ6ZkVtK+LoPL9nrA1qMpev8bI635/G7f3S2KavW35800v3x99mI7m/fKkMnwvI/QZu4HFYIcz6fhMdwgmWTLggUW+fHr80PduaZp3kx+7x70+cV+xAaPnd59l0HmzcFLneGUEawNf4kuzy8C4KFmc9Lo87lJDDWi7KiNtplFXrQuY2qyoGFnqqh9bj5Wgy7tHwiTR/WUH6oid7Cor4xkSnsw8suvvwXbvLWccQ89ytuPMNbKusbyvMdg/AMa1BzGKCZ+rQKM33Ykzv7tIoFsAohqwIcGCuW1MysSL+ozclORic9gtqGgtUs3bQPnElSUgp5jGKcY+H87M3zKvzeGqG2QojJPb0bDQRHLliLdthL/US3Jme9ycOPuyZPfNHNXWyrFYrhRi668jfeGH+m0L3PhuaT91guPQcfxbPSzaISqwzNwB9/Qjenk9mB/ZeshhH7ahsXG7oPCZz8nuxXAkISGoIpW5luDUDalF3/ugaJwigZfFTkRB9xhqAVy5sGVFo27nJT2fOWUcvQdFGS23G5rhwDI3W59jrz6DHVmR3h8K0TCLib22yeC9STow/9MGHCiDLhaRye74t+DTRyhmipX2PA+275onGmraoRs1bJniyWJchiMLgRLuoe0nEiWpTBiwqARMdboJl2ddsM2BfeS7HSZWqITsrHyNKTPFw26w+e5QNHbnYDmZ/MEj2eHRJchqaJipaAZFWUzxWck671I9z5uWS8Jj6LF7XyNUDlZ4Z3vfDE6bNKyCRqeRS7uJCvQi1OkEd29kdd24XFau9PVNGw/l7hbZJZyrEu05uYPSueAvup2MXZYv9pxeiENFZQpWRJAGDwE0KyQVVjy9KbYgtWX4i/EiHzbhg0hNAppBoymeIcf8nJR4zNg2pUVL0mbQqjXAEjkRUdjZ0vFb20wX78Nf1MSP+8lWde5e1px9H9VBaZ21Ie0IXFLk4Ej/Hij2eRYewh3cnmkMWx1CZt6UafQTnofG4yNYu7lQ/hixUhitr15/tqA2oRi2eZ+gvWdKRYmWPn3Oh9wULYC3xwXC8/ez4MDsfprafrbf1qZ2xMJZDSIC2O31Oy24rvJ6jyZnpZBvho8iCQlsfJoUuXMgY39JhzORxYVhQnDAhgfH8mxFxSWNBT7KL8CwiZqKax0q25+A1VqjpN4B9k1HdVCdEWy+WfVulifhLFDap0i+tnIvVTULiapgIFVFuynlLQzc/SaX5cyIvUV7E8BmiEWhr24+bSaO3i9MoxoWNYVze+xzbHedHpYpq6d7yPbOl99vrYwwRyt1miF3G/WWeS3N/9HK9wWbQ67uqgXZnL/P6SRnoLyeLKtAh4rK6SvWCPWS41jhXTChi7LPtb7qG7DYdsUYAH3861lN98J7c5Lcb2nm+rqiVHksoaF3UG77xtqBVVtNvAi3zOCOyQ4KSv9OritCATLm4XbsHvTDJ7DbgRXER8f+RdNmu9lhfuSKqRS/wGYjQiegVaXwporPl6qV9vYhuELH+TZ0Ft1jKd2qMFSyHklpB2Qe2NrksAyt/Hz/ot/fhycNGxNZVxCcqLotRX2hMVpc61SdAUJwTuypoLz9oOc54+3i1xouAPSio5T0z1piySvKM2jTP5e/SryIpKD80N6JwJfR4agyUlOy9/Uqq3H50ZZhCeyjHIR4EVXIugyVTnsiVMftS4Pht7IanWPReaQC2q7/p9tG46yZla0X5spdXhnZw5n41lYZXScy8DXiRiVz3ODcOtUfCs9du6y1/P0mS5Gy/MM3SG6al507I5yqdCebhgs6toiE8b7iitE/QLJh25MRmJU4VbE5+ZI0fsW5ZFuUR7DNMWWJhLsTMw2PxmubUiKKlxXvhRYdQ45BHw1ReEJjjifvI8M6i5ITqUDNOeqgOFdV2wzhOZm4oFbmXD8/SDSovmBulA5kBySSh9wudZ20AcezZM5V9kLnKFsBEV34u+aum/804Q+ooygOHgXkBm3+JWxwsGlRBwoZMWlsv36i3S0bUMtkG8ziAYm9Mw1kK1XNCVDpOyqqbxw0kHrtqcMXFHpib9JvAEYZS5NNXJmj5gGu7f30eN4q5HwXIT951lcyhALtGpxs/Hn1SDdkL7nrv+UXimUEGZ2cKH1QmhpghgVZp+GelSSlBvu28qRDCXkzFUWW8pBHsTF2UR7WXAIuAiNFMXnT3uUys7nYrtSrc0Fb6yiPiWmesq7HRNsN0Tvub7GUVGuuzVQZhbHqsPF7624JilD4sYJhyVT/+uiIvkxTkidwvHFUbodSSfP3Fht6U8wf22ZzUetjryEFYzRgs/0aSP4+iBspovgrNoRCutJ45qG4GsNBqUcoE1R9YmtWhzPVmMCKsfF4s+nknqVVTSsJ62s7CwUPuL2Rva4sF8jd5ybzh3IrYhHgTKE76JfGf0MVa1ZVS1vcCNmhE6UemdBRs5fLsoYDCQr0zOMtPldEpMtBdfZ1BJ5IJkmiZ45voF5eDLvkPnMUoeWole/X1KNrDCH9QBU1W0d2ZYB70/D2xzRNvt0x5upI7FmayOP8K5ko3dKo09LUuvIBvQvmBsyqV2emweu59n7SBJIeX6jRcGW63bKXz6u1uooiXPrx87ZndOQJ+eOFRkBgr58LsSjrHYgx5rfhFQ/zn7aX5VZHNFnxl9DRfFUXf0FyvK1QleuLcyg0XxqAg9EnORVpkLq41pqOENmk+d5sEYsrbMFfwuEmOepoU9bB1OlmXPmei78dGPC2JXG5iDb2NNk5SWWkd6M3RhX/PEkkKUfMM6ePf+8t34NVnjR6iqxue/LufNK4fYwhqnE7Hajb+sE2M2aYn2rpU85MPE2xprRXG29pkCbyTY7il8bL5uCBKjq96Wu60ftXOK0bbdMJEfG8P3pKiNYgz34stSqfu+j9UqFPm65DL/ZGrSxaHfYp8dFmKcIeqtj3kU25f3OsDFBLHVtaNnE64+6HP17P+0vDmbVcsb/B/P8ovLGhTCIjQ0rEeHyoEGQKSdwyP79D6z7ku+5VVNTaui0Xx80NW5yXJzennuGdG+eabowPj9dkF9P5tziKQgm0QnOVU+rApm64GRepK3hlx70SWJ5SvLV3Zcs7OV0+h+yOIx0wywLLULPQ5liDles0X8UtIOLZ+msT/Zoprp+xB/zj0473wbmVpmvHeYVkteTD5jY/jx9F/utx3u3h52I5JMoQ99EsooZY29PDk/6IP9eR3FG9yAfaBoSPl2KUG3ki/BqHm2LnCK+kzot26HvEWfmqD5gd87Sy/zDN9TiUoUef1KRk8nzJ+HPKqkdUM2HopoWKRcbAWiOm50q0VTLPDyiV4RYWpPdll8NBxWs/K5rg6/J1v32q99pJnxgyQ7Kps1FqC+OAraX/YIr4KBxPqPueq38qCkkDb3iz5AnaDvqD6sT/yZtEHi1E0vuvjUQ2sILdeFsz1PIIyT/xxagjFXlyZTir5sEwlpkY8+L1vd26O3kR7fAcsvPL1reTjTUwmJXEnT/2Ctmcr8SxwxHk4pfcGbwIPEK7PpU3QAfqQxFIIxyy0zf+LOk8XWCpDLxNPidRfPBwldNkIVrRl//dwx+3KXJDYPMkHJNHtGRwOA0cevS13A+FeqJwVU7LUPqAjgH3HGH6TXZ9EdV1LBtDJ5l8e2M6JuYUm17AusnxmXGFnreaSoEVwFGyxH8AbLE/LBuKqEEeDPfWiDBo8kx4mAWjO3gH5odOJPydgTiMIouDGpxh+1zYrY62RIrLgqw9YWi9BE0WF06MGk++lXw6rKj/Djbd/2UReKyy0WC0dKnbWhsxmhCn+C8qAxi/U83d4mvSaysGpZfniM0NVfhh2e54eFkBLATLMPu9VpoAVsYvr8cBMuUO8pmcbZVOkQTkaa3y9bulPyJqWkG/7ydQnLmFnf+sILEAGq6Y0GrgQQXniFNdJysKF1r3vgXhRcDbcJmge2dknzyyp9OElAVNZEDbuxVkvPMPoXvjEmobGAx4yPxYYk1zz8nbE+JcmeC4aDanBSLWT9DIJxit/9zb6cs/GX2w7fyD2KDWikaeny0B1sz3D9w9mfE26F3eoyC7fUxwclvNMnk4FmpRqDriAi3RwXxSPhNbwBv++LY3fFHS33NX8UkRmRuaOiuh9SuAfKyxWvjXpdcL4RQgjRnR0RDGn7QnfqrKc7pa2Q0YyHeOfOMErpMxahV1Mv+eFE4wgRbTfbAsa6gEJ+Pq/1t3ZU7a8LRcG2Fq+ycAvHGVnoHJoB+EbDTCRQveegV1mpzAKxkEHQ3U9D2bKpg4mdpHzF+NoEsuQ92TIgNTmwh4TusP1AU7D92w6xvdhtDn3tA7mkTCpgN1WX/DiX7PJWIO7WHZ+QQXNtQiiGBZA1DKZPNBvZIjz5sEFZRJSyDWIb+f7j2pjw2f2iChrdWCwq2Z5WRZEZ9T2R1OTdqergfWW2DJ2Ewp8j1lNK4CxCxIgOWMejVDOwdGkVPfIrHT3iRpQsjmJIFutq9rcYPMglz5b80S3rddV7No3xrei4irDuFzSnLONeVvM4Dq1ftlaDm9BpRbuWrVXj7Bj3SxvBAD9umrQ/V8ofAIbIls95y5bpd+qPcQqctQItX5aVK11XHy9OsqT2IZ8JYTmzUZzOjgRZSGOofFKS0k1QDaj/d2Bp7p6Fn+8sa15JadulTEuow72cMitvvJLkIERPTTzE6VF9xHJUjTjBR7kNB3arzrIB1RCVW0fDOE7FD2cQW1Z+gMjTNSMH74JLJ2zWiY7gkiSwZn5JpaR3SeWCd0lNjnxjCNNXd6F6mFF8kz6qCmDNj9aWcrPRNWDLgJdPC4NaHSdmoC7TDtosP2Nx8ejgENplvE59p7QLmO7kzKJitcqm60a69KE5uWBlF7BXVvNED0MVshDZUNOUCdt6ACDVrp0RTxflMrt0NKzdPt6nmAKZb2HTisDKyfYXaQp9t35D+JSrwgP4yCKG5giNCwR7Y9fMQMpI6QgabB+FBfLQPw0BLlvqdvDisyIMxqlaylnttjbrtC0CxmqaLuBITZevuaO/pov16RDqz1CX04x4/s8TlcBGRvfLYqr4CTsCrrO8Kqs+5HNdLU3eY6JGtpGR0w8hCd1omS7qmahqN2nyzOiFdtbUe8p0ZxOVtPFrqEntzdZk/jZXSOaRT66QH0YVHWWaQaVPYAwnGInrBMAvjHLswY123WjJMttadvkpCrG/Bcb8cbwGgj1FmmXcVFxc4yl1NZDAQ8pbkZ5f5q2H78mn338KW4oFVvO4LSWk98rsH/tzftgheERkhFjjnyaQVYbhhIsLzNhu3FK3HckIIfq0EC2mLvLo1HadQEegzYcQHp9kvr7t7sEzG/5SM8Xe2dvH44fF9wMZtpTuTNw73M71eIaT/5EXEQEYcVvQZTwUfw43NBP1eGlIVWYhwXyfh1q0I3JhJv6jt1hka/vRWgBr5LUoY+2aIhW8326Ueyx8UKUxFMUf1SWnYf36Ta1HKmxr5qjKHl2544/PPbuop9/FwGyB8ZHTRFUX3QEGZvUhfjuLAGC9pEUtdZax+9Cyo/KqW6OM5nxDH0jlPhWASV6f2bClvUsgPCOKsxn57Yuwnahom5JzTc/CcPHs/hx6xKxuC/d+gC+IQUXhvJpcD1rWToQXs78fNviFJPDg3UPnyrvGyxsxLj55VqsdUhCzxS+MYiC7K/PRj5fV60WVYSxaLcx4Ihmz5cnDLYF/uH3eZXlPwe2DEdzLmYxDT/Dj67eFUgYmSzCSpLWCcvk/2zUY+uXCBjVlY+oZBionWV0XIMRkAOtuFN4ivL2lb1aQ1VsIId4McOwgG9RgQxYVGj+ZtVovutqLMjj8jP5GcUJn+fRoPi4Kx8B8d4oUruHC208kADfKwC/qGZga7iakkWGOb3kDwsGwDAOWAaOfv5PYIuR6PsTNzgak9XDGTPbn6lx/O2etPErUkV3t2S0mpR2QDnxrdc2ex1i3weZNV/saZOrTPw76vpLUXJ5MYyJ4FHyTT087xFf0isbg2nwLBV9OLwes91X7WEN5fJdfabBgqYG12Fjq0RnPeAWJaJc1yZXg6jyLytitKCKRbAjnw4bQv6EORo3dI8tseakJswa+Qeqseg7e3SxF8HcOtUQMUBjD1q61svEOPuYuwcS+L3TiwIta4rJmo383CwpweD9bnFtTt1BsUuOHhmpDasRDqBW0xaWJrel96rZu800ZYbKjCxkQ4pTz4ro/JfOV/kY/OAxqUNGkRye80OV4ypZmeMhiAptgzFvm4tmwTn0Yg8KYryqvY3zZYhxcV6/2XQxFqxI7y9fvs5uAM0hCiSNqa/mp7zY99v/0eG/L01u21or2ZauioKK34TyjirB1KHdt3vrtmbtq+ZdYcfEjxGxkajxlorlR2bHq84ubRb9bA1VbNrLHI1awI01hKz+htX6EgaCAoDjFcBCj9bDsqLn2+E/FaZHoQhiXRa5NTz+FmSW9lM8EdcpAS2C8UM6A1sAozuTldVOQ3SbmSGrPhsAu5UzbylhfH8ZYFw8ZTTBp8hlmnmu7RF6FRrKYj7WpX/sVS9n1xX6LGVJUbpJ/bSKdVjOu8oepYKv+aBoYQ67r73VAEXudanvzylw9xBv0MDKkBqzW4oRH/YVJx4mWq9Ao+jEorHMlZJapSO0Kzicl0i0qTPGvaij43ooMFSXdy6CHZ4iZ2ID5jll/cgeJllNrQuhUxaMTslhPYFurybR33kZWId9n5btb3GUD6pB/PnG8neglDoyoFAoWeQrPq6CIYzbg5b+DBz6+1AwYG/UdKnAnb81ov7O1JbMXQ9lV8U53L4Un8Fjjan5RdV8Ws8i1uQFGAwNNW4A0IprGk+hVUNjXGBnEfAs6ITWpbmg5ju9z9tTJSPwGg04m06Fi44NmrHRRtIiXZ1iGHjbl1Ab/vt0qLAqskKlFdSMBEx6dOCAtySlivOX7PpQq46GtNxtYC4xzdAfMltWEhfpX55PHfGSpCuGqFbWhi9UEMJ5AXR8hhZVhx39lYoMMOpvWkgAVXqV6swo4xk9V2YJ117XWB6xxZje1yVaeJEqPR5MDED4YwmVs7ZXFevnaU6cO5EafjkyoGgfT2s2jqoXs41EJrj4+sqosIGs1VfVcMU4/bAlfA5mlnDvmsL32wmyutZn8KOyX34izOljbC3+WDAhJRYPxvfY350/CDdy/fRbemqvMtJ/LOXe0nBczSJMdZ9cieRrb9rvta3jkdU27OQoFyG1AB4wTZR59f7LPVPJGsjd1qPAdRs72YeFAaYHwTZh04OfjnFPK7LoOeOYk7/0RTm99Az8k8l10mPzx5ruIxJR4Oqm2XOjbHVz/xP318dCstcVxUvyVmZPb+JXtCuHjS9BdvCxb5OOi0XtGwxpY+MTjNv7OG6C8hodaHOneV/ZdmR2DN28yjJ6PQx/QJpNDRo/yjzh0zxf7/dSk0BYwAZVRLU3tI/4EikJXFTmfOoF19mtyjr9PbKQTg/BeJVF4r4YKjyTWFYJt1iuXzZpSIrr7hRwpFFLpjAe6xY7EVZ2Tyie+KgNgJgUaGc2D1IW1E7QBdA61QXPQP61YoVuL2rccG8bXqdW4xx8bxpiUaqbmTGf4k5lSSqrax4MSPyrzYhBdPI/dXVY/g3i2TwGuD6l3+6UatRmLzTIgW+it2WAOJzPm7lR8/GBueuyYtM7QNjeGzqR6U9nrg6qiqQ35qQpfORudBkSCd5b/dthH+wx26ATNubW/EFrHLxPB5Z5jJspKUZc9OgTStCGZ8/oxDVw8MGpcpWHu96hye0Bwov94A9oQxODRISZ+KN9VtcgA7ofyxjFmx0JI/t8+XVq7evABXUfdUm/tPZsXFdAsOoZMP54/fV403ifOdji/zywxlOfY9QqqygrAhV/LTyAuXfklfmCXCjJ1q0kjlHB66URdpyuwsVvLb9yjcczVOyzsC39KSL2VR09XrV/bwnBIBxGt5TnupDuoqTz4iNFI8Wvg72WWO/hwJ2rGDytT9B91lwGgSYCp61U3ax6xD9RqTDk0jilj60DjR5zrQuqwUOjr5jr2pUG1+C9Hry4vPxj/LZ6kDFmX7CatxfP3DCivpLDZPhKGtnB/couex2guxfpXzhSP/X1vlznohPQxUNMrV9C0JXg2ZA31UXkCXnvyRqFaRMEnS2OtuV/5Wb2iwWMlPz+R9PmGYABBybtgPWYCvIAuElrLz2uJZboEvUJirJD2Q1ciZRvfX7pjwEe2qczjazKOFRPdnDButjQOz+iL+3Yx4N2Z9diwnf1ztFeuoJCImN5cUQ+zaSnv1cNEL18+nFyD1jcaOKTB+Qdkmag5soKeZvT2/plLOAwNGYWMZFAUu1QAugNi9a+pb9HX/VsXWkNaF55ocTOsqU2hzFFAQDlKL+zgOluBtmb3c8X6OsqvqF1hmf1+GF0afM0PE8ne+i3ZyXd5O7eFJHhEINUKd0tdTGtanbuOEixjgpqKf5diMBSkanwTBUP9P/L33mjU6kBXqlyVohb1BUSENtMEoAhaNzrKfxMFqPYqANR5vcYCYTFYwDi5Nyq/PINlAUlDFyVnrIQIpTU+eF3K+f5KQfS1iNgfXy5orLCIVxS5nHWMOTJFAS/y6UanSSKE3ryeCQibTmTkyLK/VpukJxXwIqd28fujClgFerLOCbUs6Z299VuJggdIx8xiSegn21TBRw/hgkGto4a1tfgPtRM1Z8oyFpKOn1p4qsE+NSuDWbrWCvsyQnVx5ydLeMyWPrhGKDrhP0Nq9mM66/kRncf9FpwzaD2iGX4/KFdCuNG5Nd6QbKPSotrLcC++r4tNKxasadUoHxiLgeZXbeqzf63H2ZiKJNdulxss1k0dk9ILr2b/emFQrRoxya+v0cggglFOvlVqjmc0FAniCieOT+1cevhhWZI3DsLIeKP/hG4x7c9aDQ9Ze/YgDu4tXz9Cpk0GxxTrS30nXlhc7x4pU6dB7T7EnA9NGK/nqKUtzwSGMLrKQka6erU8jU3Strx0dWlYLa2lVyNa4WEeafXZ5f6j6Lyuw16SaXVwr1pyZCNssxvIcE8hur+Q9jKRDn4/XOI4uO2tWSO1LdPtamhIxJSUVuTWRgnjTrHZk9SyxL6S5chC9TMrhJ2rZs+nPlEQRyiTWtotwtjmFA5TKqQJrAegTO/TgIOaAX+PmIiCytgPKVqDDyIK3TsaMiCEjelS2qoozW8g7YoW55Wd1uKrGa2ZtTytB2FnpZac9utu5uZQ35iHOge4tvaVVh08S3ApT/pdYO/AcZNTk4plVVfK1WTOCm2vGrFX8w3WoIlwlgV7M7E84gtCy9/3PwBDVHGqWSwY+9zrHMvI8/e7Y7ukzF332ypokKaT8I2gNUnw+nLxyNLwdMgYuNzZG9+gFDXeoBzVfthnfIyuPvbbK3p9THVQ67UA17LxmsXfpJi+AKm1cA/xt5rVyPJhlDWw1OMZsNRnP7AwQB4TUW0OZf/Jg1EjChIpf3Yas8IBUey1lnGeb440KM/el9y1xazxJ1HrZzNR20tcM7gsyPVogUoVQINDvkVGiX25q5Z37ynev1h+8GK7oVGbGagylXj03xmHGtKxrPi38MjOY5SlLvDIj1z7EjR/L7FpuQgdnECqH5kcxke8Hvmmx80XTBuwS4ULu68dhhBHp5X9fim+fE19n5xQyVGV9WS7MnPXwpb+orB/4Gjvk4tIg84yRVXIm7aCz+rKqYzJs/9OxdWQBFZAVFU3vgTVgGtxM3d9REC0bFRpRi2Jyn5AR8zbymajQzBCgabaAV1WnmL7EtfX/VCK9ua8PrCJzOaCD9TZkB/8Jg642Si/TgPudQpnbL20G0VGKU5k/hZ7TvIoooofUTRw+TjCdkI1WO6evu7OQeycupWnEUqbh9sCVE4Vr4zF2q1vipdyVlQd9+Ml6/eYl77k75ds7IwiNeV+Xbio3L8xOgMt5caaOOPEI/30MrlPgqGL0JFNAn00EBdJ0tFnKYPXe/C0n+K+9Z4y9uIEoC2fdV3yowOgf6l9v2sMDsTVtrAyh10ZTbY4iGYmbMK3oQhFLBsO69VcR3HBkNERPWgVX/0ILYKU1zIxqFP/umSwCuLM8iRX1OAihh9kcmLQkUzTkeVCVYdea3IFuSTVG/oARXn36YLME2vbjfR/qTS/IQla4s8FHTnR0lP7UB7qGnBv7abGCeX8lGRbUI1uaDLbh702spTKDT5DSC4dtgZWi6mcBy/ZoO+BGX9qSm1E7IdS2PaoBZTC8wtj168+NTBCvYUh1Y5fCtglSVX+ROE4onkqycvve5Ln1ZnU2YFoLz7eGKclgFHcZ3fhzk7hgUOm/iWEd4efVoFAI2N65IWXqgRuc2gs/9SD2GHtSeurbfldzCsn/t3knzNC+TeGkirw5GpJFQ3r+2KllwfpJnrsEsBGryQpc3og7syclXBNEHYfeH21tiTsY5tZa+o+1IxlZD8TY9WZSWamTHs6tto5Xhcp03U9I4t0/NZilfr3Se1dCDHeMPEIdplBQ3mSQkevQJr9aa4R546nT9tnSNMiZ5p+vdWbcsWF+HSADKt/sJP9P8WuvTVVV7gKXtiHOobjTboS3UfIv6k7ZPGC60GpvTZN+wq6NsL+/XiFb1HvJ97DBZACHpId/QXHZLxM6j+VNID5x6aEGIvK/csvGx+GEhMhljyEAgzs1ohsddLftE3b8PVmNfJ3a9GcgNn6ih5/t2l2Ks79S4u/g0x9Kq38bqOF/6srsbK9DLheNo4OzPEP6tZOklslVHk/G29ZfNDoO6wB9Vth53VCH66/L8INuAjNdih+Yl7Vhxihuli5vc97vF/s/Dv3DhW5gBhhBwSa5M/Y2aobguyqVG3kfu8Q3A3wGIJmigaLnL63sn+lJo3sQTpOs+94G82gdt5wYqX2X7sTok9e/rrnX033HqTEk6NIiUNHsDLFTcAfZp8iQna2gK6O/2l+BBt3E+0nZ9vxJvDzLiO44WYEit5rpL597b5F5r9byrWPWkZvUbK6WOVRG9QN6g5d6TJU03CuDcjoP7lfwM3w0OoXKzug2mr78902uya27kn0spG47RO9VwFboHH2jy87Z+WhPEkekHvudfL0NgNk33OQ4CTy479iOnbYWWa4ub0d6OIZjXaejLav3Tfu/HfLd+5U+escuMUmh1+6I3np/9yhAoH/iw0ifILYxQaKSpoeVEtZzuMDDiq79zeP7wJzsUi1jxyXs1ydg7sk4nliRSJ5PiQ9/ZSTWYdhljaSoN+xvZ3lddTtnXeRnI4+FCOAJVb7eFQ/itvLUxHHI+aFGlNAr/fDmJ4Psko7YrLEL4ZvkI6NIbQ4sYRL/7WbymO5SOmdOP6l7Y62VCIoIoFAQ8gTtwZvvJL0LG9avlU1H+jDnBobgMnAXwFvIx19khZ6vAidL0/IO1Vj07RxIyWOK/WqyRs96rj3C5LbNXzzzL6H4f6by9MhBM/kXFjC9tb0oSoJTNXV6FvqcmlVmX5zQtY72qaxttU90Eilh4miOanKM9aYOxcYyIqNDmCy6VHcRsFTlytG2SLrsFgdDu8XldY05yI74iSs7xnMZoRmNq/06nImYhvK3rZkbu9wTfXbVz1XSTigs2B97Q4Iwxqnl4DxZVnQ+3mUrhmmunSOodletwVKuEX5f20ane/FLHVImZdq0IFvHx7FpjQpMH9+WXMX2RH2gvcbR3tl6ARXDVTve+nIefaDkT/Yq0MpudfI0xMlbW38IUFJmyKw4mLwR5lyikKsfhDEeC2nInCyDW4sY29jAG/m9TPJ3CFpMcXvaVrQpA2PuplNpir02gSufT2bsGFlfu2d05HRbOS7THwlX1pQxGpzsMtlk044Pqhk4no5nLyGYPYHGz8rBlWI9wrh5jeGitTWivWz6fnktXRX/nUxJh8eCTYXxKoBML2C5Z5836s2BRwy39zMK5GXYLaL7OjsHAV4ihC8OEa4NTgA9/pCs4R9zMwRnmdSymvPXI8ezTaO9etNv6IVvGBDGW+shTAB/mN1gd8erjXFN7MZJPZSv/7/v5+yeuLxgrMU74WHOvrMiEcA2PPZYLO6Y+M8st9s8kgVENsriH9fhvsRD7ncks1jXUlGoLzTtzDFPkc7fyEi7Ss+xigrBxf0mYi6MAE4IWkdjfpV9wKXwcpJtPDFC58GKsNdZxdgRsKiCt9XLzeJtSlJ54OPso3JqpJ35pvm1GKZei7li+bryKl22LzMUPYTQB4Ff6Xo6+BSw7E1UaaKhZWYXhJPPyu71F4GZjh82cWM3yBTObiNgerhYnvxr9jVujp24bO5K9vUsNS5liioPfa9fS+7jMcAyx0fmWPI23VjOL310UFLAxouamPyBZse7opH4lebmLenETIv8HJmKd+Bg7LSxbPBZRMmOEowu59FCXxk3lk4fxlgOqfKjOyHvmQgwSNhDRaAWE6BULPJZYuEYJc6OWmpieK6KUR4hBbSsWFaQvTqBaVbpRcVvy3H9ethRf4qJFvdFisduTMn8lS52bJgZsBy3P5I++rlrbKpnFbbI3lBkb7nHKoXlLdkYAn3IUicMMKTr9BmSUywahVa8DQ22mtBfk3yeqIzT1JL/dOy1/+2Q7C/H8Gm3OvyfYv8R99TGzBeomGOvL2aICNea5BR/uG8BvxPvlcivz83vIkpBtoen1/7JcMHWDUxEI278L4fHH4qEr+ko5qec/qWecKa/Kq0zIupVac5xSaTR8qrEkYos/VTbReby1jWG8fjhz3Ggauw4PF+Fv/sBYcLi3V5MlnmILvRgdiGaLNubS/rpfcN+Y5Bqa2gio8tas3J8dYncwMHZvOWBCZv8yCPqGuh6fU8fuxQaIO+0bDjbWjCfHjbg7j+T6rhkIbMueX4/mkJdUBUAwx3h/XNa6tQw+NHkdKJXV3n1W2LWZvrb79FlDNH3NtO4J15zJnLl6Fs/lgtfJhvmZXp17+y1tSW25eVVGG6btK5nSR8IcaXIVIy5xTk2mCAtGwWax6Zm/rVyLRYN8H/5pTHElzPw69lLiiekoKdgpXPsRdGsyfOkipV/EFiSVZK3XrYbGg0/LHicy9juA2zRFPrzIdbtd5Oeb51ZkjHVcnsM9YN3xU0CwYuTaJujZ9VXi1+rdog5OwLSlLZ4uu2vgG0BjkgmnnR2qPtQsLRF/qBOwZ4m3vbjq5TNqpJtBb+2uxawtPYuc3wU5y5Oj8mjwrEp13yiBY63EbZrp0yL62INIk76b5dDzWZGq9Ywh3CZye00wvxwjB6dpkJbC4iI4d1BJOvH99iv5AyEUqGcSKrJLrb4r/JaZjWXs1J2m+T6+qohEsp/F0BPWDmkXtR6cB1PkS1kkfBIf7Wd674FXcDtYNmDa568YsGdja5jgWcO0AkZC1nZfVyWp8S1V6Mcc1U/IiCjXWwe0H8YOUZN35Wda5r1MnY+/FJ4KFm0dqGOJ6hF8dcdQz039hxsa+LtK3E5a7NJXXK6AXf7dUgIbYZ+505WUd+MFDdu3e19eYj2PLPb/oCg5Z6oZNwcaanRHA6Z64yE08Jd8WoOtf0bOeNomDhJb8mOSz6Oia/JXS1MtIeo2MBg7e0wxYqmbbdQex+/SBZpIG0LG+KyXNQOEta09em0iB/CNzFk4e9cZ6b/GBV3OSm3750M1sXHXsPpJsK0fJI16pM/x6edT0Cwl3cEy7Czfky28D9nDtkXabD7Fxlb8IiWYzmTD8+Hqs0yM7jx9+hKx94vQBM9Ca4RK1mmjp75oHzB+K+5TfJyzI7T+4YCPq31TrjfttRu7EkyThA8LDtf0uBT1RNOrRDwnvjsSKT+fQgf8TfuQZ8fUFmCyzK2n3A/sPHVlsdN07QVNeacxKC42UoEc0mBdmxjNL1I/R3izJBkXX6zZANQOcNWROyfedz1qDlOERrymHo0jlBbAxfD5+z2KW0i688GIlFviV/TJmAOu7Z9ssplh1+tyNyCJM6r6axHY5Ea3MPeWyXh9OvG1hzRWoh8aqc2Te0FM8TiFznzEvWoCQfTEXQGQutVqnOnyKO/eLSOW0K6zF8AzzXFtEFXUZGxe3o2kSx21pBboGV1tE+3OvRQ+qr6QHHOFdaNrJuankk8XzQwPeigtfReCGYpqO7h8W/7feg6+0v/vNtlVFsCtDnOuoHA7v0hXu1ShqVbaT+tDRG1C9xdvYaqOOn9cQ7IbaHwI4LJqBtuMhcp0P+AxcdI4wqs/dpG21ru5ZjoF7K7tpO+Caf5fdfOBPpeGTw34qD8Hjv/v+FMt8Wgd6J4J/d3MlVfreSOK+h4VwNenPhL+QXD4HtnJexMqmTsnRkhOeLftOxeSdMf6a5o6fNPsm7/ezplyaGbbM9s+m+PAx9syjb7I7LYbEdtzFc93zc5yf7//KrlKBjwx/bWW47MsSCgv+wMIe3x/cflvgwEHezONvCyUVca8fHL6v9fyQL1ckLj+C3SKDfLuHxf3O9kiozJxf5qNYdj9Xo6v7fzXc7ZODzxP+0TBHwMJBIwmPMkEDO8Imd8i4JPFa47wSPP/7TuQh/N/9Py0sSHZFqP4Esm8woWrv3F+//c9iwcv2/YFb/c2LAvZOsbxVNHE8+9nJ55k5eKWy7vynCCPfH/9lQLbD7iQv/3fLbRca7M1xi/vIWWFZfUV/xH+fy/5ZaT6+pWs8lR63tcA7Sky6Pf3/QwWkPkB3KQq/YtbFM2rk4nut4VmO9yXWlNABWnEj2xYPdWoYhbsEL2lf7JDWqGwQlRUFrklpV4YJS4qA1Kc2aH9VDKycS+FsspdcnWozL5F28S8NfgvF6QyXQ75m+dayB5oXM4kYonl0seEqt+vPkwNtzpn48Lrd9klQJs69Sxxso8fyKkN7q6yg6yLnuvvsI/o4Y3lCW1fUTdfX9VIHqIc7a9elNvFCEXYTdzuO49Z9xnL56x83ORLn7k5JBSZGUYM+dp1VP9zqeEE/RrDz0BaSj33/suf/hpxrimaJH+viivfkYbycdI+dm21FbrJX1xUVtyfREOQ3wYN4r22I7rIib54mIOYeMd9hKY+mcCjN2bk37Md0eLX+ijRz99pDmLx2kBHAkl1vlJSCxy7FG02Bez/IUFGUlc+1Spu29N/lQVoCZSLni+jsK3dm2nmsATYfff3YJv9UM8BWs8r+w11njz1g7pCcf7m1i4CLxOnrsWqtjweViQMMtVIwwAv7J4hrhe+sz2N8hP9+Y/IZIvKYJtBU4WKihSFZ1ldPqEN/lZBb111c0uoW6bWDDod8LRyB9VmSmkIyXvJBEgHyWztghAelJ4l9Sl/0+CkpeIh5iaXVEx53yyI+XpBAvS+mEpwtK6U1Ev5KAtHeaVRz3kJcjfQ18p4R+JRmFEB0eyBCn2dNz1gdZC+xg6YbM1sWGIFhD75N2k03KyFrWg4UjUQYN5e8OyS9al4LL9VsaLLo1j+kEO7zcnxeEJGyv7oNEFT7ZHBdrSxYGFUoqNckAym7j1qgE1KfN1KSHAolehbYBSPKvzO4k5ZVh/8kwgHPQlW9zYB258GbbSxoxLL3jCNsmVbCclf6J3abiQ9+0RPsDON9rizvdQj0WgXsHL6hctJ77+Mun79d+d8LrNx7+BfyFEVYziH0lIIckgaYOy1vPPU5YoPrfaHn9mLeziZUpXxm+0cAxIp8xXJl05ATP5T9VB2QZ6R30bggAYIR6x9hzLUwhiZm0xVrSUdjW21d8vYeS3UFiCs2r1pPWvgViTxUPevDhRTILja9rSufgh1ahq2ug7+8uaPDTCyvMzGcVz/NDs4yT/7Y5Lf70arNrbQCAe5mkR/whY2jbwZL/d9N8SWPliSPnTlxRC5+oV1HXna8ahsOeKvdv2SVvdqmJpxRWKWGKlJ57numRTJR9v9mn+NzjnRzpJL5jpjYwP8PdGH2/pHcFu5bLGYJk36IZPtaK8Pu9mn+vU/ay0gHvTVvvdpf7ScDgGcXeiGHCRUrkXfLPkwISTlqJXnwIkcsXHvG5dwFCx6ezrP/Km71zvUL4vvF11NxmYbm4vIb1QacjS0HSk2PCcResBoPheoSgrTY4P9uDXRL3RBjvsioDfu4lSu9GHH2P27nY1HBT8uspBLy5e2F4vVtMrk3NNrneU9AWMKOAtkFPJ7vHHfJU+bic6Dolx+xShTu87KrY4lODe7xx89uaty4xTIvIe6ValJt+wkhrLU2gf4wFFzbHIyn9wXBh7Avvzb2IJP8h9kaRumxm4YLfc2ky649aiDNMNl1QIgkGyvtwoeHU3eq3ZrgXCpWgRydKqTGcMo8BuFe4SjrwbZ+SkmChXm/bJlNvVaLUyhSAuDT+9u2B28aHbyf6xB3Bdq3HJr98tbRzztJqSeCeANa3/kOBXfMhOxLaCiA23qhEdRZjKFmfFE0yFnBPBYbfFvX8plB1oSxGqf+3a46/n067uKmUdpIoYe1/97Yy1yFjdr/W2hSTH6Z41VoTMWFPpyffD5rMEMItr9vE2mUK3rTLnKYHJ2Hu8bCr/CbL/r7WvdFfJcVFRl9FklTj7Pzht9RtQ+HC59bql49hRRbg02LBgsgBpYaxu6v1Vj5iRprSnQNxtop/mAquHsEqTCRrnjiftfMxS0+WNXlu5+G1N/tydNakmNMnr8NTkzwEnjguZHp+8zx5tltVoemWzdPpF/f0v3cJdfXed08Fv8szM68Z7L1KivHtnwpuQQj1LbOOTaZOaDdEeBzpNXokluQfp0IoiEFV4B3LI9njbPmn7daxxxHwaX5brOg+DbbM05dDelijArGiwa6zGoPQOac26PY4zAuhCDhswEjTuU4W7k31sUO3V7m97yuJwDxKHT0J3OVUQZxhR5/SAS8+HhNO9rnZjszpZMG67yh2t7l6Hn5apf72/2HvPaOa3LowwGvBElSUKiggKnDpJQERBBQsVwEVQoCEEhAIgVClSgkXJSBKsRFIEDAgLXRCDSWKUiSEFnoVkd6UFlpgXu7MWrPmh37O/J4fLNdiuV7ec/bez36ec/a7d5cd+QiUoy/kAxBMTOcl+GHAHK2FKYiVdWbL2wnd0tvQTm62pExbIB9Ruo176z2uibKfrur05WbZJGHhFiuNDJbryXT/Efr67hqJ9JgCDY9qpAJ7/t0mc+qZfE+mtc5HY7PzPws+naBMYR+Aslf8jyiuBMw8jMRVi+QKIYrsIrQv9fNi06xiHlOmlCPVJagWwE7VdkTOlCnLXWos4VeYuwDJ9kN2678LlPjN2XHP3jJP8avsZfqNv6bfzSiXnbUtKtLfwjsK3uzhDukLGRfgibWOEBfQ5eiblv8O+mjqdFV1fA6ARj1NyZU0LM++/hBxES7jd+K1YJqzLVH8DJSlzmQnuXdI7eyonNANdxAlnmrjVXhnUyU97HeKGLsooMBzZuz5b3p07bF4qLVxvk2qnXW6/TFYLJ90c/GgTW+Zvs2bNW5OuuJmUNN5PQXp5jumhvgjjajymaJpH2I2f8K7poLbeaI4t5obwcnOY0MB6F3KF4fEsVbmhth1+tkk3PgZnq2kaXW+txvsFqM1dWgdAZ/YWb22oP0hHOWkGx7zvqgJ1njKHZAOf+jnShDOEHh1WFTQv+8VvxxGAfgDAuMMaqj6NoRaOQEfXHUTN/2iBF7/iqZsdTxt7kHmeQ2w4JtE+0+Dr55KHj9tZ0llFd+1pMLLRDTnP2ux596/Pmy2Cz2EoO1k9B6t3qL2BJiFj1HNMvKGcmICXBt/GMrbaTBbnh5EzwQXBSiMDAaImlF/OiPn+aVbX8EcFvoBn+plvbkmD3Ge06XYXADIb/O3U/HTnhJ/yhY8+VCgyJlLTm+PNA8+jCQrnrk8zIHiAdzADBYybhp3Q4bOa4wTP80D2/OI1reqn1qIqsyyCPk5dfsf92cHc8O5PvG+MPCYZCTQPsjTvklXjoYlzF2ibeSyJybM5yRYy9RZt2K6PK1jwrLgg/ClrnBHy8GKBu95V8mKEVhsOuv+yGHpNot/8aL90/61SQ7kf6EfMshgWk/fdYG9+0wpXmMme+2MYu8IrT6kTVYr5NToOZLga1hdQs66/rr+r02lCphK7yDKIOfamMTh/WBY/PhhFFlRL/RuBAgM85B680z+U+YHWVna1AGKJ2qj4dOtmJLoxErE3coTqu4/Tgq8sUQ/z6/pPmx7adAP+nJ+8wy+t6vHwkEAWdQYFn3a3kXDq9jEZWDgHekT2wggACvYCHtRvn5xcktKQJJwpponXYX64x4r9as+ybo3e/59CIhBXFd1/v43XsLuUX3v6Xd/dF4C5Aljmy7AVQ1e05WkFfVkG+Jpvn12OHuH8XB7+TdGsJ5OR5+wkQxZI/hEbVEW06GyzYm46s1nL/ewv/en5EppFjO9klxUJ/9X5XC4NUdCEr2ztrBnINbUygXskDiJd7/ShyhxdKgeLIp+PahikKhFD/dykDhQfICuOqPOQ79FHRe6AHPon202fVux1bn0mn04cWYRSepz16H0HrxpTDR0NGmvyawQ2Vn6TVnx9nFebqL4fkpYntTVpRAC55vah5GHyfSWuwBVIeftt+nTT1C3LU3UXLbQYHAYDwUkonMtvfu+kj7NbVcszxuVDX4bN5WX965slpss/5qi59zZ69GdN+bRPTwfoFpvmT+scSpJHB9q/CJjluktrca5lciXo54w9+TaUL4OeIhWb7Pe2B4KvGtd/V+xqPHdcfrBhtO2v/7Ew+yQchgKgTcMMfwkwXgV0te7LS7IFy+FNirBj9CaTeOFzZ4ZinUZIy1V6emMK60KUb075Xnd72/ICDhHlXFafvD+kkKnV1n6tetofLK8t9ztkuM9cEJ1dEXKZy3Sk+095W/szb+mwVwN+6qvpydypKXlH/kev6IBTwNWfpvz58xX4SgF2vbDlzb0zdVZg9wC6QxhDZ/4zTs9XnlWyIqH49eC7JiXumBzffwqV9EmhTWZBLWN37T2fUML0dGhXLfuznQEIx/F5igu6yk77RZdN+PPlYf+nSZ+qrUlXx5qrVqn2TO/zpNrw5xQde48rRE8jFMN/ig+3j1h5f7SwCMkfk0PM5L1PFs2YfSJBqzyRpxzpEli4gQ+qpONzrrN8Tiiur+lYJ9uGPzCpUNC4acW+vWEZI8LQTIbPXd/hGvHI2wWSVf1ReP7pzMq7S/eirqjhV0fDQ+yLvWaNhppgN7TtGeNBNN2NRNq9Pzd3pqqfFLVoSztLtk/to38db26sewBQV1KmAFx80PmS87KVwHxFVdvh/Q5gpot2niBeHeTkl3mswSo/z/eLTnLLptzl7tZb0K6M+GcZ9QfvGFc8Y1O1HDAVpT1TbZSPFylvqDkzAc8hvzXQWDLmHx1OrJIyTjRseImrHYay/t24xlY4Ji02hm/GffgXaHwl3znIM8PGYNqV0btQbkp1wRJ8K5jpU3ggouQbDNkp/7bQJHfJOCRq2IkeEpTjgdlQuvqM/kvmf/evvZ6vyQHCvROxzr9WZ4nqvJDM4fdHiJtuhIaeLZWyyiW73xaZHGO4elZ/S4vOKudurMc2HcFv+c7EgPckB4TVtDGuGMtFvaIIy28ILKU2hmI13sVE/REvc33qaIsCHS1J+XG88Cvack20zc5zHusAnLzeQEqszLNZD98jsM9yCIRNjs8yWpQcSLAXVJIBLzTscV8W117xKNDiiuWGzoaf2yRk/EqHrAHoOYOhS/xZtGGIYTaTMc84uxZU0vVsaoKrVCnrtJqFUxXPSzIoBQcVD5B3LpsP+OlMSZblhGfPUd83yRfxvut92jGwNTP186d5RGuI5TrZ5RQgUVRzcF3W2NELn2pp94p8nDta4yQH7wT6ud6T6XH7chP3qfTFT6J6pWYxp8N0o3M1Y1xoWWZFi+2+q1976Qni2+ZP8iqz1L1i+dkDLJl1M5cTl8hwY9QaoftETqG++BmOoa08B5eFB8/Oi0bwkmCz7yKbG/TDyEgjnxfCTCrf+mevYQzH18lABo0R8FJ4q4W12806N5BRfq7f0Je6oDnV1Ucn5nj2znuHFb4ojagEHAab/vWY8GiTHZsozv468lsWH7I6kzAK/OlH/oCVQaFhvK8Z64EvsnfVq/x1Z59uH20+4tccm+epylmdk0UwyykjHuptSAmy0zmNeDoXA2vh63Zwg6XF8pVF9Z9GrxLoi0rK7H+FTubm9iu3amfGRushO+P86G3okv9j58xb+XZWle81+N7Tk1vztOnzShK/geTfcJH784MQNvsTxHTzCUA3QGqXAGk8cnHU5dhz2Lfd+QUtOlvZWelyFno9V7IraoV2Mx9e+0sCb4RvKH8Uan+N4VY+BAdXTDHTYOEMv1DqIwM+CvAGaTLjOvSrjqlD9yba3ZkymUE3dIoNRGe9Vz6S8O+8f4sVscN055ereIVJIHQw3SmxKr45EZkH8T0U6NU6I4YxpCSk1y/TwH/vLoIemHvWnPaLzFDq7MTOVV5467GbHd2WeIVv8xVUchnuVN9ncQprRY1JhJ5fi8dbz6jeF7QU6GyGRYlhAXovtEXp1LZj4TCDW3rUccKjJ6Iwd7ciDMxvh8rZIfzXNkX2qZ/zQQC4ZxM40y6g3BM19K15sc6Hb1Vm9sk6BrbM3nzz9C3mUQgN1tYd3ZyGIFeFA+m7BeXKzxt+ardNL7ig/PEo2Xn7rcbqgELHKpe309n92RGwPItG4QgjqhVCzSsARYw7RDEKg9ZO+oZdMm1r/8wUkwWM4r3dJ5+rIy0THcCmxryE0VmH1XnjfG+m76SOFJ+AzOSvAnb9R4K6HFsa0Tq6rIsotS92cOo6nvqfZaTFgneO4GArI/DePUg3bPqr7unb3UFTQHWT62PpKubdbwLE+cqGXxwhMZ790b2F94cx9s32ccAPXXy+mTcrTTC5jG9qzPVxdcv7hWPOK0De7CDrNF3j1T6NWV+Zg8EQ/f7RwDeETijAnEEzlfFi3F45c5XYdChJOuaWn0AuJvkOFCT1A/OpZzvqSz1dg7Yag6VM7v4uu385nEeEhwLoKIiLFxcupm7y54si5nWUcLZXRauNIvGY7zoCmHpDf5W+bNqwvnLXtjX+Ihn4FXzEZyd97IuFbF6xoxBXWV7Z87IZVgepi0S8pav1vWdpYkmLDiQ1y55kr6+2WYzwira9Fn5HqctI9tk52D85I+1w3aghuKztmYiAC7MKLON/+VfU2YuzmRA6GDpc9Bz/Jb8RjGrVcOSVRnSY03ZDyKwMg7nbv1pQgbDCCXFE3LmG2QZHAra0pKv7Lnv9WMJOY/TeDtjXN8jT4WVhhJnZospQUptmUTI3jRaNU1papZjxCPt8WavCi3PK2LiMuWfh9nPq/tSfCyplZqtVL4jrV4WKd9ynmjTbmer1jgZsMn9+nwu/to4bxDDSxjEWPFrDmVue0t/5/zYVwx3JdzkcNjYSpA6bXxVLbCz9/pesmju/VkHwvP6Sb0B8TmIXQHB7P3lhJ5lbeoZNMyWpDyWFU7wj9w80TrtK7eV2UBadD/uL3/QsZ0M3p/XJOge2zD5xw7BT24mVio2mcZLKXravMIrG+MIeJVO7nDKoIgNxfIv750qDlWHnRuqD+cOZs+Sm7ZfPZUvAMFQ5B2jd2nWdFPCHpfn1zOJr3AqKt24Bt/K08zRLRt7bRDD927amwOTq35RuoWbDqF+bV4VWFNd1oOEOYEF+jecKP0RTpR9rslgy/zHYHbnari9kDcS1OKVDDpyK1JkUudTt5aajCvaROTaoSBuJ+G9nsl8s8+JEa9bD/zmqOpM41niOGAsSMdDHLmmwwoFePVWfIW9ICyLb//fHChP+fLGQ8eFRw+AYb4bbTnXdJGraTMKMIKK03CTKe5GnH2kSTyuIMeWldQ9vc4zp9azAo3hS5n2luuLP9ISTUemFyYu3mM7uVE2Dbi7UAhuZdn2TIwR2mc7IsjCe/Cs6BLuGZhGI1SKDsUh05Vo35y/x/+MaGuGDZwinjITJn8gn6/i+jPAjgTgKrsYYvvcJNcSEOKCPAGEDWnKm6Bmndi+Ck/5gmHJxLlsaiDaJL+m6wuSaLhFUDFGT2y6zK2d0yiQtb1Fu0d4rAh7KXV6OQQew5Pj2TrcXRGHWcgQCf+q31Ay3alSSCOYpysZJ2QhcShsxE1YgorTW7OUdsvwEVsGDiVc6UWZlj8LbcyY1UIHUwQj2Azek9FnwR+JlVs9apGCplXjgjI6Pz6qnFyJ7fyLBK/bTEF9+778m1YMO4eeHWEgKttkGxRM1bz9exuco5F4QxgK9FbHWnWxVs+5+9FyTkA+TxDahOL6QBsMC3DMui5H6C2A6yGPp2s2EiuDWnn9xMnN3CEEciNvpLDvdoSW7Ky/DnLW54H2LjRGt44QrSfL7C25WkLYhP2d8UyVdj11TcWTlJiXGlYpYmk6EJ1oAevbUGU9fv76I4E87qXNbE3EMC3e8a9dYhq9pgbDEgAzXY2F/EuOnDxFjN2NU+A5axv5az31QLDxNBEnDRYlOsJvmoakSVMKZMdytoM+1hZFLgvIFsPlvWYG2evbbTk1SCFDgMrdMX6aJq0IeyKuAy6Lg2PR6dLgedNu0uzPvJScuHxZ6P3u6nvBs+0sO2A5MbOPUoItG0qgJQSNeyTzTFUoLcq82GfUAoueGO4JRy2o66DxzLwnDHcSQUdLTjJr1nQ9Y8vwdKa4UJD7xIJvZ/k24HgJUcL30uD2x4LLJ17hEv8whiwcJ+JQzYX43IGzZnjDAEKFtf4+5tw/sQRyqXw5+iXDJxbVF4oysEx21N1rvYq3mevIjslXhFr7BNKg2/c0T9AhQH7GOe9xWYYEJGF6DQJtFCAzissIC7eAsPHvOOwgf+6sJjalMtjU8SYaFXpPnDNZerb8zzb97/cdsoWQVB2wnKmai8kDBTBNNnWgUv/aa3LxhKVfIdc7fouHWQyCb4hwsI5ZUjuMOK7QalbQISvbejoL4kmXJT+UBWjE15yAxdc54dnKzHua0SZEXBCDOxYlHHhEAO9wJbNDtuiKbWV0Q1/Fgoh8lZ+hshqT+7WWGmcXakErCK1q84oWHPWp9yfPkei1Ohk1ck6IKdzi0p9FAeg4AyENod8ORZFriAvSxcb2+EF6s5xbpv0JmL1Pu3hcRXKcGe31YbvqDPjz70koyxPDTNngiPo8yTWDOccJkVssCDQWfjdDvm/R0USyMAPuUCbav5FHdv5YF7c5uwZA7Y97HwkLMnMu6VvC4NFi7nDUXgcc9F4fqvmsjKSljwN0BZqz0HrRkUsnYKJPDnOVwiko+6oJgwTVjZ6BYscx89YkzdcN8ualzV5YP2zdM77Dq8ttulzwEqcukDBPtYiL+i1W/g6/vEV8oBs7b3IVmzXJuybSPhszjCl2G4pbUIkMWCkR18Mbk1uLFTVC/1Tqk5pyYHfNkd5pQFBspDnJwuyl7DqWwsjK0K7uOk6FMj1+S9dPN6MLhbxnEACTsEiDB2WPrfFmD5RHjDD1+awRWoURnGPE8WIKv4uGGX0tUTbDVoDWmYK3mOutzvD22sJLnZsdzC7LV2TeE42vmFz1NyMaTk4HrqbudLql8ufmXGNO7LBnVJ2cS2YvrfQYXtCGzHZlJFcuPA9sjMtUlTlNZDyEocElZYTKkUKeu2Um8hDjkj61MmNbj/3SHKj2MdM8i2ldCDsnkwSn3tcPefP4PM4Ah0P5G3w0K3fgMAG95FWcHjzpLmWnvtR4gTMyKjrLvMyVRCK0mCZPax1YFciTC3Vrt5bxN3gtYXBn4NYRmpdVOWqocnNvKEygYgZ2gTqb9z1I+ljk8PM8hUEHjxzjz7ZHGdLdAio8ksmHf3NWeukFDJ1OzhZ0BUIFYmunAIY5SvlRG+UYfl9SZJxH7U373zMzzNg3DQL/gVFcg7KH3pG6HHt7Adb3JF0ux3AZ311uj+HcIkr96OB+nrv8hLKWx60fgPd2HzWTxDm4xgD521Yzv4evANAAkwcoqvOBwTOm7B63jkFa8nCZCfvQjrqxvcmnEtKFmxtpF/mWpqkwF/41VejJzPuKhi4TOpQIEKMffxudbm23uTK9ttcJLBy1yd6rrorp8pnrfXnMc8Xfb2c0XPRuTTqXXpeTv9y2yP64qcszvuzN1RrtRJrXdEfOfpoXzAz0mBeSxcdPlPJ6ZvICN8Z39caTi7i7WYupBQaTAiYc6T1MDiuxr9LSfh0boAll4QxrxX5adJd3RliIOrInK6ALQyIbtMpcjDTp5fM24Nvw/jOx3YdDUSzRE+R8Y5x3Hrl5QqHgch6Cvmg/gb9c5TdqrwUx99qAqQ4IM/vnlUyGTBMqAGT2l6oiz+pSJrrbcAjyIeaOLfkE08qOzI8ZIlHy1TAJSI90J+V5j4kDEBY0pmuFGr0MADFAqwH6HrVYZgPGofKamsNRUds1TmKQ7FmRZI+JvtJGXAD5GdMbOZU3otA+tSB5imj5ddGTynmUrgyB4voyDVMDn6b9qwdzELu6V6qThXuhF4JQuyt6/0i1V3Q0cwNU35ncYng1fUQ3WN00KDTt3Koa9CqPTu59UlqyU1YsAvQUxMlIYc8Oor1N/ORkgzO/yl7JGNFtM+7siCDPGNHU79LCMaYfYl0f1f8QGfUHZe+HdsVvGrqnzx6FeVIn0PH8uW+ZHu1anNlh2Y374FTMhT87phklEcyJBSXZ39QlQ1EbemAnLkWYQ9YdGWB9rpwK1bXy1Q8K3RD7DfUgANWOtQL4jGkQPx7t3GlBgkdnn8DM6uT7dBsFJFT8lRP7GFx2jyD9pd9nAX+sKdBsQkS0tyGHom0FQAGMsJEmaEk7bqmSQG5ewfqPEL+kCc6aDZxInLPw5QKxeAHX5SNKbQN5gPx+uQs1yaB48EiaZ6uK50OeLzim35cJRYKqdb7yPc4taCDoFBaw4Ec+1xrFZOlphTWA2oodiJsw5oaNVGNKrRDuho2oMs5w1FdTVPOSCoQ5O72/tKDzwcyOlU0rGGcodpHpKbYN4rMY1dQdEXtjFNxeYLAvbhNkk5ynUXUr8yBn0PRgZ5owdMt0ZAY86HCEbWyYjjEWVb+1D2Hmqux9+eae59Y+MLKO/F2jiaq9g21EacvPrUdSEGhXLF7WmA9PLjSOjTUjKp2KBxgnPa+IbmHtUwfr6Q1lSpgfMJ1PcwLD/DcAFm8t1dzREXF8cBgFUPmTb0tYdNnS+34TcU5zcwn7i9tqPbG3b/q+jTaNJTwuk0D8RySwAI0V30/53hG5AXN7EnaMogeQ21kLvywyI+9HQMJ/O9ufb8DKanPefg/mJhHOhP9MG2TKCl1NW3DkD8rhuh6T2iDAR8yq1QdwM0oVVsbHR7yBVCB3yAAp/cM/DbdYMtAX6QVSKop6pjj+tUNQbbHMZwsJ/JstXgYkJ7lQVHuaGN/DGzIfeMPSrKBOuzaX691zR6krarJ1maxOzZnBk6pGjvVxno+CLjMVSn8zxAVx4EYoyiUInc5u5tYDW1mTmubetTXjDOMqP8w11fX0b3MqlEYnVm46UQA9R2ZYuKcryhx0wLpR+HN5PsLvAvLwhnmZcSrn5xPGScKTupCRJRn6CjF6mQ+1cCUxH2vEUmZuTQdhHLXBvsJyg4WUIe7X1Bp6XlX/Ig0vD4H+nbll/E/mnlb+8eM+DkWGPJfPyEwT4HsqVSWV0yHrPaLM4dYe1FF0tPUZDzFtTWA/Ba0SH3101GhlveBtyuOck/HTDhCI3jxSzGQmyZFsxkkXv4mE7o4WYvl9kKNBXvpet+/A3uBYkYdcqaK4h+r3Gq6zIHqWTUoJSvmZDQVXxkjs86hvtlW/dq7AnUN3eIkMT1L8SOvcq+07lO00QV0A4p1Wyo9qFZPndSjU40vmn8JM8g1tsxelW4RUMQtP8tB1hDUJ6LmJ7BYLzn2I83/rXcno8bZ4ePumqU06VogqDeZ4OENzPSDQtpHO8t0iV2DUpt+E+HR19YjrggG6X7nwuQb1/BWgMtv0xWxC2pxrPz+AuaQdsugzITo61k0loTYt6Qr8/ESctUGDlCz03/RlXqLUv3rHO+9wd/KWZBD2p08thalrzUWlz4A59P1zXtxuSFsg4KlXbKltsnNi6dZ3P8LMdIwWha2YW2H39YLemxOVhti3tu7vUlFs4yl+bM9qeICxqP9ZK85J3lI3xO169rJ6eNvc8u5D1OPv4N9MMULvXc6UePCZ5HU044wR5PtbgY7TtQUAvYZ0doRFsJvz9OUZmdYzMxi3Ak4FBBpQaJ6xqNVc7Keb3R9w8MMl9QY5JAQT1Z2Zxdlu8aPLjK5KrhAXSCj1gqFrKp5BVFhVVm6Dg3KLU9E9j3YCe4Qy0x7FUOXL6Y49H1s8e2jrxNkg93T3e3TIDIBxjkjVoVYLgUNJ2sEhtFb4wvrRDIMv+RAMZuy5INHxy2f9kHCdvE6noilbtggefiyEsHlnHrxpFkS+YzBpGTBf8kUajEO31+gJ1YZqfuhIFF3jfm4ShWuTNU6Q6gR9NKZ+0G+4EResHySamKrZ3DFfkd6jYx8/LInwNun1zpA/IzivjVASGGIZLPJoKoQ+pOahu+C3GypS3t5C+6BpTwnrp91+feqbTAsxCkchvt3XE3b6oguLl3pDnaCemaeecS2itBIcDcyLi/2BECroyrzNnCNytXcUO7e2at+1sRQ29UgnX+JAgZa9gkzLZ6uMtwDp0G4mQoLfOKpdHh1URz5pV8U9dgO9thF8GXxtSfDXDcrUig81yUEqd+pHeqP0XEtfpjZsivPwPVbx0FMWIXdn3gaXXbHT3aOXXE283wDVee7UM3uHf9vm2rCnwD+Vhn+dDLWCD4wLEeUqHLO4cu6KKDYedogaevWMYV4qzerulBvpfWfIo7ETyuPSPm7aH7WgfoRRxKl3JPa0pDRDa1cBJXFL68CvNy58+GpFOIoG988eWJxzmvVdkjIZ4YAj8gpvzJ7FEJjpFgiwQFMXpreXKjxCn88ubXSlbvADUnZQxOa07f2zB4yJwpsKthJX68/+Ul5+mMR8fRGK0nOr+JTnS79wQss7XgU92Ems+JrjnVCKZ5ZaElRWe6pgGFowgpVU7fxyIN95Wq6Mh3gq/tRp/Ie/SH2TW3XNnxvXf60m1FYOnYCjfeguNJbexbvxXtTxYsyiTAuisi3HYOtEd6luw6tLvjW1l2DxJU2OmE+3okvrXG83jgz7h3MyFs5BZK5ZG719djE6l8jnHIoK36HHH32h9MvG/Yo/NoT+7mmbqxe/tNXmNO3m5ivWvTi3prHgRRtBccpbTbEuY/pTYpHkwqCMsZxPHonPh7ySHhfVM4iVM0U8zmsVnnPpI9vdrt77EocXJ9LK+rhZZj0fk1Aw8KBYsUxyaywAHewHqAd2279G2rP+B+A4FLglEUOZaC7znLSy9pxA2i3LV/VOKJihOeUrOuWt/CosH07zuY4U1f2XymOf55dk51d/DDe+NLh+RpQ4NPdYGRYk1Uytg/3LSAwO8Z4f/gS8YcGhqASzoB7joO52DodEdd+f8+XyllxOoyrCPfXC+Z6YHszXtTuYOdYtDcwMRODN0MzwmC/W8eZ8Rnqbfo/H/Kqe80+Vnq3Zyu2m7PkOev5ST9DPWvpc7XOBjS1CwMc6n50qDp/hQU42+66ayzPzm0WJXBP19+LNcux3UEPLWWkYGdVAsxysMk5HT2S3VwfpL1qbunQ05pt63h8a5iKE/tPmpc4FUWKitoIgUcriznGGvDepb1wM4jn6Roc8a2k2LlPtupkrV7XyMOFhd58q+of1Ga3Acka81hD7rM2qEKQoldxTkIrpLEZ4z5qnpjNy07K1lgOSKqxlIZrdywbEsh/X+pRUnDaWnbrzMImVPiX7DhwyixHRzMGULaj6bF+vtP5Yp1Ve+TM9bUc9r2LhJs05VYdCt0CXZr5o0x/9qu9LG5NMfClKLJHyQZu4VAkXtekv8vW4h2/JJxe8+DPj13EyJi5KM4BkW/mD25QUi3QsnQKJ6uDa9PksQVm8b+Woc6Azl0YhAvjjhY4OyS5xFoGFcojytkPUHzmuTw75dBaqcJPgq8QaqWNQjVITl2yryrtF0x5+cmezAb2xivAOHCc8pnzMGxmuDjBniTQMvBPL6Bd/Lr8c69Zj4fvEku8og9/KJy1gHlQ59Yo+9/g5P2Bez483ajoA1px8GIeSfypz9yrU7EXJNDuo1Bm2xufAVb32MutGa/vizK2e62gTrY+GHlqLZB9ZUh9pVxm13675N7yiZu+wQA4xvi7OBXNUDVo7K3qe4aPHL20M0oNIOxtNvRcX4tNxjKg/+XaaNU1pKalh3y1i3kt27rH0jLIMni/RUpwNXvqixauhrn1u2cbMoKTfx7m4QnGut+1866xacODOxsytawgZ0wifZ7NbnWK6zk85W6MX+5iIClBJRIbB2ugQH4LYDvuUJS1fCBkbx0bchjEcv9weisOj3ua2zVU9Um2BEae38bkDveXKxxi8/3Yl7orOPprHYjynHXy+N+/2vh8Jngme2fiUvn1J8Om0t6ZAtPl6m6TW30zbVV30TWsTkRDhP8O5Z8cYxdfHLlNaywQnxddUoJm8ZIZ8eeM8Bo90KW3D3QelFq+MDm5wbnNHXLgVXcSpUP7Blfrz5khe+fbDM3NkmlN3VtyRqpRrcMg55mIewGDx/pFcrScOoslqdMeBlk2Wdt+hE2enZFo3V+Zn1/6ZdZbkOmtHaUkcq6XI8OiBAToGUE98Au0rN1IzY6ujI5J6b2ixPOI1mztW/DjDeB+/C4jK6/73XMeyzT1lIK+26ayT2vQbBlfnGrT0OVsxopS2wyRBG/ijUHvSPR2K7q5988HG+F8veT3wOK8IsQKQlSTCSM+cjsYI7gGi6b4N9DykUvaUjhx1sEXLIf24sGpty+XJs5Wj1Nk5fJpeEBSt6jrolz2SeRvbFouE4UVfiMc9yIH2kCtNLhgwl2vGFQamdFUSRWvBAp+73FtLPD7CR7B7BWF3i7ALGXjM3Lc1zdlvaxoJfpuCC0SBitnqQWSZDhhpj6dBUsnNxcEDXmUxA70RGXHSEDqvU+gdyo/NnACt1a1kXEP7Vf2PCD/LViCD4WMdzG4C3AErBhZT3vlNitf+70Ch5Z5s+xQ5HyTf7hcxwqX/kdD/HZzRL5WXMvt4Y3l+zRyLoVXOq1aOdZvPl47sdLdoLAZiet87PqyomynRVTRpderODX7XhbEuATmqDGHaxzDlZBUO5xmFijepnB3qXnN2kkl+KYkn+49Krn/NsQyPVkVtXyzLsftGLIHYZipD+RL3g+VuXB6CpUUl3seS4EdovEZ2IAZvvOOXm9V57wz0wNz/fV0ShEXG65tEav5mKDfm3Yu2nBJzvGIDDFFS6Ahu9dSDtPwEQhYCLX9fzeBVlfKifii5nfcY8z2zHXu0XiOYpVE526Ixz0Xbrd5l92cLVBaQX3OVcMMeyCtmZxfIaitmm+5evW8ygkOtnkHMQwxaezpmN0gIA1+r81c9PxIwM6bs2aAZFWe7xEqvQpEG0WS0pr8Za2EoFwpkYZetE6rNcsKPdqo4g0re4u072euA6rdO3+p89cZW8u3EInJM0Wc71E7cTJWEwyNlAT2V0KZvA/d6dJN9F30TjY+idYh8WoqEsfSSjya28v/6LN1/rwxjQs4S3S3dgKC2Tc0RJvsvk1U9u0z7F/VGX+lIyDlmfnCsdXw930n6NNePySvUHgoqY2/EBK8Y0HY/4lBjkvru10zZ2/YCPPviuCp5/aX+8rwWz/VF6CIi8VCUcql7JEDma5Zkta9AaeQrnPRLqm59HVSfebwZ0ZCBQycO7aDmgb+eAsOcUQ60+6a1pEvpW6jRiSUs+K6E3sZqU/hdz97hJgLiOr2BfBpKl4BwBiTj7AUPj1SNLOJKAbzeCazOc39f8G9e8ejRyQbw+wsQ2w67js+/m8eCC0OBnvMKGSQqaRi6TDx+f9+F/zGFmaFfwhPAKhwZDqSwV3e25ncXKlsXaJNWIwtbdE2fseOX9gr+DpvGij9RFnhRQS6gHj8jSRxYlu0TulRCJd1IbtU2mezy2Wd+pM04BH+kjXuU8JjqI39utjcLmlIhfkbDZw4tPMgd5TJU48BAFD/cwif6vGtq5ngMOgSDZWwJz+M99ENRuUOvoseewxxNTGyYRTDRTXd9bTr53maEw0mTt61/0vltqq2ZwwGa0XonDMVsTZzNZhjHqrjUV6i6/8gq/V5/Zl6US9MuOPjHtYApN67eJ8HsBDfWSEBylDv9nHTnHWO8OLkp0B6eKfH8kL38uey4G8vXENinJg2J+U2QVYFNrYJJuCYAU4UljgPd/aUY33cVDZddLE5PSLcbG16yn7m8gzW2T/8A0Ia+heGbUQlT2fPEyjZnZyUdihcfKvxbxbfQ82f13E3i9/3BVBIgiZJrjczeO1EoLYRx3YswpIEv6VVtGmGytWQn49hKQLzm2lTq2jptx353czJ1bepCTO+F3fVwzW1WcG/KjTgEk19umSXsuYW/gbcx7uV7nG93v/s9oSumFCBJWPTLydmKkU+X2380Kwxl2p+BeUyw1PWKJRhE89mzZdoJa2jMUH8ZPhex0f3eEUxz6yMwURfXlD1DCAvQLu8LDXd/sPKtc9VIgiG8Icb2l/77hKzsy4utuiu/vFrxQ0/UnsfddLib4OhQ4QTmuI11Awu8PX7FO96AoFyXFIQiuNGTsP1J2KXbATMRknMjMZquLOq4YMDqQkLODnm8VpZmuvcdh9jKkhgcq9j9zpET06ufm+YWRRRFj16uzhtLsUEoX4V2EZBFhluJwr3LOdFb1VmcLcQy9Cjeziv3ESemv6rCDdQpRHUqXqi+68WKO3KI7ySZ6vr9NA6VG4RWRQ1OUq7Y2nMhy3eaBM9x/++mjC+UIBjyHQo+wgkMs0n0btEXvZg4r5NW+FpiYErJNkhtrYNTYXPt23LrAGerpkOr9laO5k6vrc/OhmfOS8733HoSVJCiQLw4SxYzeNHQEC+KV4kMtY94lwNLqcD8U/rjbYDmqXcV7nLiV7JnN2Hj8N5Z/cVscbGumUrFXA9menf57RQVp47PQhVjZ1RdnY8LqTwchXOeUXXSP6/oOfpuwZREWECOXUWbXP4kqlP5Ksj1DwYP4UJRcrkEHfD8hvfayvUSgnm6IS1Z2b1gaDW8cm51nO6ygcnvWzJFUkyRj+qsHm3YB0zXCbhMd6R1pwXEND6M3OBDybctwWzkFTFf91Puw33epcxd/ae7t9rNSeb0O3Fym844YZOTrir9VuPkW+HeW7nYT2HdH3AOxwdbN/OEcq2eHKrpykWOzHRmu82r+xSBB3dQe6TlafvYNhuT1aRkmwW58K80/C+YYEPUH8wWayYRON9v16DkIUYveB9TTtnWb/w1vTGZVAZzyy8qM6kZH2i6ZNp7Jp/myqW5/i7Ra+kvJHwizq4ZGW3IZ02iAllF+W/PxVO1hRKuUo0Suf1mzG5CglWPx+hZ0ffjCmOn8S7GipMsdc9RePmJeU8TOoet90zXcq7PEJUDkavunVMaUJM8kDEvKxBvcDkg7DiLBJcpUzhDgtsfw5ZPvAoP/AOLAClKQv6pU/95QxfVjRxHLTVma8tQdJkgGNVP7Mp2YVfOugz1e5f6zCMCHLo01n584tq6mpvEmWMUZ2f8Im38NE+Xfd4d2eDpGzhkRIGspLYsBsN4qIOZxHLJ/bRgdjtFfJUNdSAprM4+AZt+ATLBlFEUiOHUlTuJsIT+w++igukptQX0FX/eogeP5NaWsJZTDtcJlROpWRCwTuar8PuxLnNH/neH38bTRBWfgEAVRr6qhqY2RMP789+AON2XcBmDry7DVrv0VfWpugyiz1xyLshI8u+vN4ifWhPE4M3w7XLBU9nNS/8tRrNRSErRc+u1Sku+IqcNHCwQJnUOM5xe7SbXT/Z+Wvx52Unrn+ehDjUze2XYE08oE4cfU74bRR23TCMMjOS4BvXMIKIQJZbZsWgVDMJbIF4YWh0G823N7p9bAbeWki40XNQBXzqRaomztOfUKh9eD7WwZ8P/YGYlLzdRpex6CVwmATLunKC2ITvbkRonHOR8fNbXKDigbx5Zak/nNy9bsKxkDW85f30B5QGiJL7j1VMxRZnyi7YPWovuW6Y/U8IhGQPFGiejS2bRcl392d7PgBXJdS59giTGCSVl7drVEdYu05Fkw57UmbKTb/cK4GD4riVA3zaY+LJgQ9EPWT6dSl25uQMDzoPvv/jMNLZrKWK+7f+8V7gnTJQzXyW5+NOsrZfbMKJ9z46L8k/ptqaJCBzXXiFuSt8992qh+rmnVgN38Ze//mCoG0EXLKAmJWvkrvozMks1sNkPM4fVbsLpqcx2loQ8Cet9e9nTZaX8J55Zo3s+smMpPK9Jds7WpBWW1uUb69AuLvjJyk5MEdoVz/Wx3/sHyUxG4E3JjPvbEpPZ3o2rnjGrVVb3Qh0ipIvRXfCHyWDfRDG17J73AJbX7gCh7NmTMZtjmJEkpaZRD4uXOmKs0cSBpmrDmFlk18an7Ts7z88QDTbZGaXff8a8tol7nOM0xjg0UqW98XY/RNPUDJ1+P5eRlswnA2EGhL9z6dZMJm6eO3LhiEzevj+YzRdJgl8Q8HGMuMlxc+yeNlMBbvYJpw+Kjc6zYkbnjq8dXKYLd1OE8hz7dDVNVEwtyy4+MMMb6omregVBHo5CvW7fpLkRsnkxC3gbfWP8eLj9y3d79+CcckLvpK4sw9ALVxKTe1k5Lh81WwLd8UU0Qva/nF0o6sSM/LZGt1yDX6R0C29SxZZRGgGPvrLzuUbVr/ef4N2oBJWyl7b1dsJaQ4B249ivjDMFNUe/3Ui2EwV1zbRo/1CzzDR81SbbH7PXl2A/5dshlDFRSelH3G9OGz0ge9+8BLwAgk31DNijSLgnN5wLbxzlXby2S4bTDzuAkgLReNF4R8d6ap6RHv38ZlDztggqr8KeJ6G4ufCAnjJVk76UTdeBwaM5m/u9Zh64RM/OmA+0DL2S27s1eMvVzps0bpq4Ud2yxLoMrSMM31vMlr5kGZ6XcTe1Hjv9D4cDaCPQ3WSAw0HF0n1i77uw+z96sBH1Y84fXoxqqTl/36vZntMFw2JuHFDG2YI6VsCy7ZnPCnBcQd90i09GS3034oQ5+VtNTqmt+va+2ZXIbuxMToKWEKOPdtmL/Q0VVdeqSmfNA8p/hEYcpl20AU1+vhCa2hF5VCma5zwrMuBXH/wPXK1vyyFxEgNLCJyRNyMT0XIW4nFr20Yq+Pzmh9de61D2uhuWEPCaOfO1meqA5x9EkZU5QwiPZTlQBpYFfHi7Y3Ql6b/0DqFevsuxjFvgRxxp6y/vSf0If1hRv50m1BX82uQydqT48w5KzsK9e/CwAxnLXJ1WL7memrdH2fGOxsB+6LEygbeoZNVIcq2w8j3+votOt75tE1tLKTiWmvRcfuD0cSqva5aQ3EEjUC3vYykIc1Hs+nOTDClFzmsEnZKTj29k01NoMopQTvq1GdbJ/lOhdUAItEzqo/kXI0Jop39s2P7GMwDe81WaIrTxNafi+Fn12vnlrk4Fy9PHGcWS8WuHlvXA0hDMC6H/yq5+jtdmnyQ6Ct6A4cQPgE3l8K+NLPFHmvzNtvIO75Xk4hxIM/qTWf2yBx1q+ptXkYoQjfsu+GOMQW8JHcrnYdRhHCqvP4fK2eG/tjB5AMzx9MIte6RjuruOWDz5I6+X1LsOT5u+erQ44ki9VyAa9LkWawfqTLEJ14FweIA+d+ZvcnVh1OWhaP41Y87FU9Itz3jeuzsH1qoAof5Z7e7TQfDCL0L9pNueUjqecPExZZh92ExOQHGD3XwehiJ3GJXgazNOxkvFG8FM2QVxe1W35/T4UKBSRDlZcV4Pn6NIz5eH/p3+bq/UMte2LKm7MCD/AEOze9lfUzCpYrnWKGrmHpu8u78LZeMG9tUk/6t30AGRYrhVKE5mRHuP7pVh60GckGDa9bHC7rRbCkCQnb0ZKWSZM36MLyxrU+aguZi70Tn+oWX9BtwLWaG30xteAUSpbdDWGxy2duMGDtW+sxqQaX3h2PN7p/HzDgZ/ZFIg2Edfkem8QqtqpBjhBJqXDTVNEFYSC5hRQWneodssgFDxQV8PrOrGbOEw3wA2QpE+8km/y5ZjP2VBM/c1Z7O6cHBtyMSBYshH+I6IA4ixvYPKC4YlTLO3uaPyOvY+K778N4RTDyKhS+nfIO0BWPcixkQ7GFibrBWaH482TjMz41YKRYA6eP2mC8mfU7aScdIlJ4k3kMyHkWIQ6BTfZtc9TSSA4NgUPkcSSH7gJG7sG1/OKaKSWL2Hzvckj1+k6BC/MwABEa9Nue7u8zb7h9Fq7NqWNPALcrNTN7MjMmoba1PToa8nRK3+XJxMeJx94L/PTuy37kZIU7btBXWtu2uysxU9uyxB9GiNneuzg5Qy7+mugd3/6mq8LTLVmEZRWMLNnr2ScjIaiu5+bx+NFDLqGdUFmyr5vAMeDZEgM8g9WgX58JQO2VNEFV8bpKUvUih8VPwIo/hgypr880N3QZU6H/iSRAOXscFvraDeiF4ug48EnUs4Z3+Dj6a9lfoNmcHAn1sNoLbpN2SJwmJxy97Rm8cDUk49rZM5SZ9YloA8Z33+gDy2/svz6BA1IWAfujCdaob244itFsvAp7w6FFtM9xpdsLsRSSzEcybPlLtnuWLR3R8UGL0dpo82qpsRJT+7kF+AnWjTD4kjN78CkN2paMw/rCAnxluzMN9bozB5ty/NNPm634RVT1HU/HKc07GAtwDiDKPk+h0j6n2+VDO4SQQyA7Fuf4GPOK2O6XFDU11FiRX2Et7a1Hw0ursA7pk9Fs1UO3bmMtmMDg6TLkJ7xyVBYWbUgjuxSBCFX2vldghIWfiMFWeXIym5YPDByllhUem2lWFQc63KVIn73RlveyCy9f8wsvfoi2yX70e4ZtmuacIJYa5QlOuIAvBG4sfZWJRrhO48V3pQbeC5cWlmCgnOA2DQjMwpYoU0uCw0pVaOBrG9CGGKoBIt+OAp1GYOlGT5hxzW7e4hFXbn2H3v9DH18jG+UlybPjsLuZofxHilB0kPQ21sER0vfwE84DgOBUQ7CR51IBa1OlRYYlmQ7nFa9aFdN4kg/UVaj3MrFbCoJGBRyp9a1BFe608+6zlqRFd14SHBvcuupOpQEAAQuGqDyy6mkKuKrz84D2FiURFpgiW7Zncb5Lu7gZcgFj7JFoKuxuORc990wKLxFSDKQtCmeUyN5Fay/2DdfG56D1s5amMrYTqQdj11VmEOgz/C4NaDbAYB8Jy5lIt9PaHVCS2PU4V4ssZ1wb7JVCTsfdfDWDToRHhUoxaELvHm62kd8jPnf9v+IKmKkeC6tGRTYdMb3VcyDDYAizjWP9EBl4XDM5X/z9rVQHf+XFW944x+kZ5cCx2KurxiDjwjSTScFIqCm/bDvis+xdDlcy7+6aYpKOBuIJIKCNm90nF3KF4k+FFpRpMMBKqCMCjzSuVihEEdb359Y/nVmK8+4s8WQBjIaOZwEOdkEDPgSUrsJNQ8kL+HFVrNqjQZXlUtzI2IcUHwnKOJ9aN6VB0iqbC0cleoZHbT47R64MFYk61vPEIw3NdsyH9TKP8kCUPN0gGDZpgyTS5H3KHYDiWhVAaBH+DfkhmzKOpqTnpANT7au8us/4D+Fq7LbUaHgpLLeTnQox/wTMWxq35eobu7uMfsuY8wuwaVa9mYVpAdpUPJ01xiqXh+JAzk53i28rwOSHDMuqkyb58++akjEtTsldTixsx6vldnD1AULMplaGtind3sJUxN8jewQE/k3evJuqrfkzubv0D+4gWEd2p2pSZjMGgGC3imMIsSkqjurLbX68p5r6vRn+C2lCzU3YTJYZtF6lOSIsENfC1c5oMBikC0P8GwyOTToZwV8JFSY9agxNRmOwHhlfF1bp0nlwJIPr18rZ0MERlF5qzw0gFw4mR2c9ERhhAEhu7uDEdRWxDyJ5net3TBQ6YQCDTTxJJE2Loc2iarGmLoKF1MbqoIRf1MOr3+fF+y9i+V0K09klAy0+Ub4N9FkchDyCIcgTezwOF1Mq6ju39cRU9IU3mNVJwnpBmIzA7ZBhi2xCMWNR8obqZn6tJN/uSBvX0DFlHCGBnQ/0hAphcGKIhGC08+LmpbMWvdshcc8vhvw1l6YOpOp9vz0nnLNLj5LtYAQb1Dmcjd9l5vy/EAVlTRBoCQGMTzY7w0oyMMtfCI42koSpZhBttf6LzwpO2PGK2+DWG/0vx012cOZERbDjX/M0gPYuKbjxMXKnljY5ZiyGf5RVxoaOlphLiQZ2D8eBz6WBdKfuqZPDPzpH5IPN7KWIWwv6gt0BuOxRG46EssZeZGLl/8uAIjcyfIegIg92fwqJwR4y2COB7V6R2WJujNtnG8OdRj2IVZ3+pkS8syX0UJhYvphhs6wm7gHQYLbcNzzQprrYJWu/YbtE6XOOukkbHHSPAqyUM7Dz5M/lKMf27fo+dhOuAe3kgVj49xOu+Rop7nIFAYHi+/0uCIBJtW8AFU44Ype3uvUs4RqQQLUvHcinSkKXGY1/TrByRkfZMNJtQXGNtWysurQf3wHSuBZq+UKmRTNZDsTO3VWRbYMyBzQxrMqiE16ffw7C1HAkA/Nmmv4BOrTTkA+KkKZsPjtD7aRLz2/d5IbLycOSrbNL80UcOXH+1/N386PkWnUNWlv7cWx8mlfhdYXkqLwvTsawmDpR6zzg0KilF0IeaK8rwKv3eelSTEVidyLLRRc+xXM3t+qgL0DcpHANDyis3YhNy86S1Rz/vo9IKsMGRKoRUWjTdL+XkV3T1o6i9VZdQVJ/2Buwv10l6I722FU+HbaNdgMM4h73GzQk88zS5VR3lkKZnFh8LerpffqToZn+VvAJBVu1gCFwNRniaYsHVy8epeXd1g0asFanbl7D0B4jSWDy/1D1PzhFbsHYpzLf5ZYHPAYrVDq/ZuVdBK+63S4N2dYoP86dPC5r3VxtkmjBMacwVPog3vp/U0Yc7yxrv0F2e17cCUMjB0CQu6V+Kfxh1ZmbkUqn35m8Na4mJQa81W9af5yvDgkZqMNbZo76j2OsltZHc0Zm5Le/Ml++st7VLR7XXJtU/J253Y92vMC3MN2myC9q6k9laFmzZ742UeuzZabSlujYK82N8avCHTg3XR3u3Kn29ECnu/Y/ezRRDfHwlPxvhO4rQ694jeaPVKjbZPz7vZttXtNssEAPem8/tULGkLdZd8kSOag0OplfeGFllDmFs9mdPZ84eOCyJcr/3ziEN2JcBaVBUWK3W9vwQTF7T0RRKnKpxq6303XclYsZvicK9yNq/yVcPUWc04IeL0RriIf+bVpyV2X7h31bY7t0LHvJzTrfUbZHiZP8kSzEV1re28hr1pwzCUv7xFMBXzd/NhkiDPg7OS1xcEWb86GS0L0WEB2eO9/engb4/zFwMveaJ91rl4PgI2ttgavXfioAMoF5vTJisI0DiNDkBQfNUn9YV8bQ5/ILUP4ZdnbQ0QAd74LNqT/WBW0pcPsqGojZ6pA2DfIUCugQ7xESu2ujD9nwy6fA4cZUh7ozMVHRlElZom2YR0W121WHkLI8X0v/T2wfws9SRnKk4SpdaN6uKiDf9Nsz/DR572Y+dZ62l7R+O9OwtndBv2xs26pMVHm/6TrrWipX63IRu5msEyRvprhboR8kLaZIeRO/o7gb+5sQX9x3of0gUASYmoQeiLvcpXhYqbYEv6RgXJDOP2WITLxBMKAAfsK7WmCXw5alt9CudH4dhxuLLscqw9iZpjjSMsNqyavqttNiWkcTGM+QQAHkwi5Ct7ytGaAD7P/hBNtvq0OLTXPeiOsFBd9Yy+nvxNmYaFapYVlHPsYZ99XN/SOP11jHdOi1ROh/6+2MfZ9/n4dQBpnBbmJHYdejrjh94++BRycmb9h9k1c8gLztaMMFT7s+IfNSB6bY0TzvIAYNXzPOd/M4T8rCJACZ4HNNayRc36C6Qj6/YaBlRUVNRosleY+Nevxway82ucNmOu0nzn+7tKnfteXbk7yctPnFbhMCfPdSyFi30HjcZKf0jRuxgGopx0wj0rvK+SvpwidxDZjvnnOCMlP42TAao8BBBsXYnfdHk7fQ6S6tTMoQUTO0ZfE+H9d76PItk30Ux4faxF59+1ONp22gelvlBUP1NfT4zsJDvnxg88u8uO2l0w9wCyDSLBVVlGr9pkmSp7XQ+VBX8zRekvEjxnf6pzbTwZG4lHDNYEVc4PV2v06bingyiSyYFFHzDqpZnjgp/iHVsV5fJPi4S36Xc5+O+Vj6Zx8xFvyLTUXu5/rQ+zsamoO/k5DStfd/wP13cB8hyeBgjFPWxfxPC7IBA/6wSQV6YeCZ+pzfMaNfKa/twpfjI1X+pvTj35MGnwasaMAgeC5IazB7XUFmZ12YyWTz3Kol8Ka5i55I9Nx+w15bdT/s0MzL2+iJR4HErDZ65gb4R7qcsAapG2iyUZNEyZJUK7ZH4oDyWvPRp7/uoL92/64X+zu7o74qfCvmfxad+ChhaQ6/zncAJWP/TOOW3Uef0H0QlfbmYeym7WhmZ3Gi3GtkVGKN7lEWM98/3Vflw9dITxwMSDj/XCfXWmq+bZXG7ZcFGuedn/lefKY3gAxz0YfPu3x8l7jRkLOZ8aG+zNVOsH/Bb2bvpyNT/rgz7r3v++W/yv1+U/oSFP9hjl/7qz+7/bR5aZuAzWbFcgtTx//f85jv8/ml6e/H/T9DIlLBj2y+7O/997aT57Gnwj9P9/7G8ea3eMobX+9cBucIo8orgR1ZpkmUXM2ygdcKUYJKgKsgyVtDS0Xj/7efn6rnk0VmLL6LFukJLiNcVr1r+Z1/Z276k7OyzaAOPSiLNbzUY6rFSbirLceiWuF7mVeTpZJPl23frZFNNTbP0jjPj1b5CfHvl+v6x/7Ni7EdtrRq7qNmzxcyd5Rzb/n548stBQQ33UmXnt3Y17ac7UNbK7qNAu+aECbFwrJfno/4wj3wOCumAOlVj2PbNnC5RWLUrTILkpaAqcKc0ygi1cCJT477ox+VhF8M6ZX3dBPUWcH6GNSHty7jOwrwl3n4eNW+09xbO9eg+Pfwjs/010XTr5vG2OeU+7pGlQ5yrUhFXgOXm3crlFw6Xj/e0vqkGbXlu03S3aQ9GMopo4fduULUFV5/jx79/X9zqgKleX6XqL2q8SBLq5gKXaDErqLCTv/hoRBZ/eQK99kUw2s3cVeyf1PMCMhq32nu9XEZTA3ZfaNm4z5l98nRVTVBXXiVGY84CPQOHDt2ZKhryYBhz7DTTlZ2dj1vY6XH9AHvl1SrX+ejIU1UWGUb4VFw3ekjt4RjR4uzC2lE/yXXthWhBtasPeW3QPhos271yLFAlnPWIN+c6/9Wz5adO/vbFMX9mkj1l1OqR71Hx7JjO3s7WocPIEfnySVNM0A75dnXdLNKhzxLQYdD9mNRA+ojsVA3j3iy8nf4PfD7iJe4TapN9ksC2neFFAU/sgJG3e88sr8S/3ZS2RQHb4J8ypVWvLOatBdijgTVd1pluQRNYiKeD+lO/GeJzkosqQR5owvagqZqpkZbanFRmwclmzezmtekJ/kud/ZdsPYkcYTUUPc8qDcNa2IzVB//db0HIWdD8+x6MG90Zh//SbIDgE9kLchquMYuBUpb+zAwxHqC2dLL/vL285byyN75S4509Hy8xPQvGsU9X8lrNRl4anFm2+fY4AxHpcg2YoS/x/pcOQ+FDUo0ePTPrT284PaD3zdFYNCvtXIuH/aO/M46Fs+79faEHaLFlC2pRsmbFEKEKylRDFUDJGtuxbQ8pQ2SoXMraQfQvZDVJRGGMfY5ukLDOGxBhMM/Ocrvu+n9/zq1w8//1ezzP9Ma9XOs/3eRyf47sec+qw5VTRxmYeysoJLFUtygnsRkHMKOn1oMiFzjRNmiNHIodK0VGsaMfJNuojiE7V7F4IwX4n+pIHCpGsB1jCx9uP/uGwnbATYM4AZK5xQQ4N/eSGgdnAvNjARzS6vFsBIYBbupJkWzZdBsiAlb/ZFHJ47sjQeGn1Uq9tKwHS61rjVr92QMcCnLpkMGpvESTiP7e2AvzT112rxrYHrE5n0+BT/zdTD6DMrj2X79/PBbGBcQdvDJxOY3FcmEALzH0TZSyH7YFJoxa7C+YqlbCmgAoUfWH7kfi4270LNdF3rexofjn4tTEsIzpn1n7rmJKWKgY+1aF0YNJ8w/JH6UKahYVZNG928V6nGVxZy6UhHpvbQzpuUegsTGlNNLG4YXTHaY+Jdt0AmUQF51Igm/eJLnyNMYLCG3DDmkpZBbNatMwojyp10x6t4twC9T1kqzjKM//Cmj2RQcsHm+C89knhHpJpAjFiMWL/UO6+PwoeQgVUxlacbPxYEf3lYKJBqtjLTxMD6VHsaS8eZEYKKR6fm/4Wb72kJ0gY1HxtZmJ9zA8lOXfMK8m1lqQgurp2aMo2tfxS+llPvJ2faJdbbzmUA31JbhSXpLkZa6DWUcBDQAcHDKD9lwHgXt98aJCsLC8QhXgqOWIknD0eTihTKo7/hrqt0oETofiN6CzCvQqxVj7JqvPvuemgbiNV6eiAnXMbm+FpdrT37LBDpjOHVCkpQ6kF2mO/E1l6RmHIVuTe9/NC6oH3SqUsqzp7jd+BTF1QlNEAC3zAlTnrOMpzkpJ9gOUVrAgcEOHIoOtONJ02F0TFaKhrwsySiKc6Stayg34o/z/8EtQjjbIvM5pmcS2hNuM0Cr6yu6JJorQbZTZICU8BHnGl14s2Hx0kuTcJiMN9EN8xhHG0tS9gZwciA65QMrBlqtKJ9a3jaulz+Y6mL/zoK5NUYuDP+RbSoGOxVHzAo9G2ejhVcnCiI9nx3nk53Vv/mI6nGELFWQxdmjqa18VkSV3sJa7ENsx0wjtnbnxlMrVS2qpmOQvf5j7T+gPyhPt23DfVnOK/w94InDLSn20kKvo82WfUL3CGPFzlNt666PGoXjwWqu/vhlysula37rZrwq73h8FDQKNhOsHHgtT024NRpSTlxpIDAkUoxv2Ul3QgVYYEpHVH6D5oOPEPrybVBpuHQIcqnMv+TpQJc2KWAabV8XnuoquWOWDbwxHUCx9pC/h1V+IQa8lOdIXLyJ3YasT9LDm8ZtXSv8qExeoNkzT/I13Y2gsp+e1SbODYFZGm8muxAbkSlDQMYjP5x3m0Dvd7cSC2mbAl9vnzpJPo007+hyas1CVSGaynpnDjhTaZVkVHqEdsOXL5687LDs2vDmTrRgd8UFnvSU8/AV3hs2csO2RZTAPYgFLs0LIeyz+EEZP5bwL53r1vR06z2IFYNvSBczAzhVxWlCxLrO8afFfCP50Uf7+zYL+OsKXykcsKR85t6NohULsY5U7OI5cf69zfcCV2oiXcet9mgpiD/tebv0maZfHWgbg4aavrL9diaoXP3KhcJD+fDMTpzpgRYVwODlK2Zcsb2LnhpsK5MwhovllhaYyh8id3d3en5e9j3oMO2St8KT1zyllHg3je56ZOpXYG+UqT3XRHwzz4g6sitmyYrf7ShGVJyG2z42jnuZtJv8L7AkLsL0wEnKl6oDpEAusZeDMtgaX6eaj7h/pDhjZsEiubGSjgUr3dGP0gPknzzw+Lp54/wU3sxoVAcUsf3AB/sdHecPW+7UXmPtAPNr9CjZtWKk+PM4mQLs/B9/nA/AvUtaQwOVjezswUddvmCBZsrqPZywOzYibvp8/QAdfy2sSaRGiCpB7zL50+JWGzc6uZufbpHrXbXZNeTjnGPd3RCR0GB9Kna94cGBzxwZPiI01ssibTed3SnhhMqn9vZKUrCRePp/h+eZzu8hgrEHzpzMYGc7k5LUHj+Db9NJaC12xiM858S6ptx8FXg3CSmBfS4Ktk8zerBg2nLoRD8qN0fUj+0td5r52M2SeN3PdRdmP49zOhULGfyiZpFlmykmdFWdRNS6cpsHCzymd1gBrOm1KjDJ2oSL0EMr3LSxaXjM7x6CbpxTkUlz03Q9oJIbUo+no0VbZ7WiNCxSCWWIfN6bttG2BQCghasxxih7K0YFEs5UcELhQ62AZEzHNJ2hu7ZKsYuJY6WwuHZV0q1Q9qOr2akJsueTa1Zs7czxTpEA2yqoy7pU9beM9ttIzq1TC1TGLhnS0nRG/O4B+JzWzNIkgjroxFB1rX+ZbsyTY+1dB0poujHKaeFt2L6uyWIr24Xh7nzJsY1VOulY/m+cuL2C+Vf0w8P7CuSdjsw74NN8aC3TnQPJIhd0+NiNzM0wgPdVCG3Exoyp2afxe2R7Ec1pgF/9B0emwlXaPUSRNkpWkOkUvKcDQ+daf6Ux5/1l2jef6tG9a7J1o6Jd9zXX9wZSsSGSgjea/bscuWt2C6utdj0XzMwleN/CJdJMxRD1s5CvJH5ynbWjT7hui4ofQ2LqTZ0iwsH+6cTdyXI7mpUBt7DPtZWSDYXWjrJvYoT1UeehAlENwqt6lQa+HOVRSz70Tlvk1sRZa5cx6eesEc9P+sQWuFQBMVXRUEbe8H5zlv7Pg54HzJD+csxY9cdtkE3CIEeubMGW3bXbKX5blOPD6yif1qlvMaXeZCwCQP3z78Tw4cElztMXldnoYBin8OsGnq1B5ebdOypkeYWIzp9k1UKxHnnkqUrZ1Bu7GaAzuOmyRecd5EXuRBqgJJqMJzutt4m3F2sjfSWkGabDRVWdWm7U3sRwNlhWWBI8dcmqPfyrf4npR84slZVMeL0+9C94jOUq82EKwb7P1TbMJt8s9ybZzHBcKg4smez9fKFrVJCZenfwly8PCZxB49d0I3CMfmcYwdnX7eYhGSjrEH6g9Kx5kQF4TAxoFRbjeaZ3EY6HbqY31gfBINQJFgcyetxoDXzj8IVbTF6HwKy0PTfDPcKCqA5pi79YFEnWdBx2OzDESnvunNrgXPulmjFu18wiJE7EIP5rIBH1zdKr9IE8u92ofpncxIs1Cg7Y/YF7H23wtumArcYHx0I+pzE+vMfPBQnZ9H8F4JwfeIc3oYhKxkiAVHqYkFH+QqPkECzVM6DfcsiuqaE1NaO5WQRXobRKygJyCM2L3Age+NRkI406wUeO2AK0tJla/S2Cc/qNzd0BaDJfYjT+ZwvI1mAakaFv5o5UGe7O0WRUA5OtO3Gtd06vPaKyscPJBHWAxMS92L1GKteh4K/TAd//3U6Ng1XfWgDQNAzuc0C/MHp6349xaC9aw4jGNv5XV0p16WNxtIgXJk8VQg7Lg1vcxrOiW9iksumx6QaFv0f5N7WIq8CjL9KzOgXokWBwaP1fmGOW9c4WzTBCH0xRaNv5mbHy55fQmE4rO6brwVKWKfBw7ffrPrEmibV9cWCX+pzFxwW4V1U7FvmPUx2k/2jZzo814ENO+rRMEdyREGztrczhzceWlE3WCOe4m3R+4JkGBTELRWIHUv3vO00NoG5WiSQ0AJoBkHvrzG9ADktKWq6KiKV8JFcr5jL/XEsF6htB6lblQmMVBPEHkXUvdOYeMUm90pOTPN28SP0MzVO8HH2zuV5KknpH2qaTGghmIM44u7uIsafVJJj2tAw/p60+mDxZ0SQH1XdIZ8vdd+56RnZJqxweTJYY7iTM72xRRlazjxbLKoxLicaqpzg1bkyeIWlYNtiyvcm6n8Q0AhIP6cs5sJPAWNIrfZVGPFp8bKJGoxTzbR/exED7s/Y7s8L8K6me8YZQ+Dw1GbyT/hcBuNWIu6/PZNzPHv07xjoSWKm4j5odB6HsTfnbedjs3SDK7CFV/P4jw7XN0cf5T72D9tzX26T2+Yv7Oa2svosWToKAfxb9V++a+iEZJ0XHWWd27dJTgOJF9Tde6x3QLBGmsdJfuDhqP/8L1Mo602TPtl08739zbT2EpOuLFXYna+2LdxSA6FGp2dD5Eyf91oqEIC4xerwEHQ9hc3gST4KaslgDIrZRCfqeYz3Z2ZFUdKnZoXjAG6z5WXV8lJkFMdopHv1noao8cpDXf68r5Wxb/Cf7FkbTFL3kQ5Kwd42xdPIMUouI4m7XI3VJ5+tT+bg6ATbAE+enVLue/8l/0UCz7xuOPgtkX6MfZKuWRuVP3zxRt8thdEY1030zRogEyV1pLbpzfnbsZrFD8HmlHTO1NZh6RWRVZVQy6sqgq+nv75/XrObDcxL5ATo3NqTMMuCaJX+JxzMsfItBsI4VfxHIueRRJfNHz5uUoWa5p1gxZBdVmBGbFQxMg1fszYuzDqU7lFgcA77b29OmAwZ6zD9CzqVeq+SdNNKmA8zooAcby4tKDz9inLIcSl3DZBiY/GMJ4mMdS1HI2eeY4iz6gozrHEKHYMUT5Z9AFo270x+eRirEZVJrGTmjO94plmUWVNzse/W5mOsze5z7vaSyVS9iJ5va27SiK23+rCg4DmxmlRjaB+0HrwG0hvAefu8kFwE61AWKf+2HMWZPesetZCX3yT9Dbrrqd6W6+Bt4RvN82dK3x6QlJUAHWcXKi2KF4uIX3WbICHK35RyQrGx1J9WZfv8DPPtITVcGlQbosY+NRM/SVuJOK1kW0a32j2LS1FS/Sk/Oa63KaM0p3tPGqZoS4cL3mgDtOaCP00Db2GsDjpLZznL9yR5SvsBLJcLh4We+NmADJXwwD7qn6xlv6KE2289s3HTYopslMfyyMsTqP7ze2h+G27UDf3dhNVoB0/EtFYIKnBvk05N81wQNwgGCmRmc5rw9ENKJ+XB/ucFdjU/eRm8Wkr25xbp/K6JWuir2cBWcpnSsWkfNoNSIGr9f5zvZfK9NdGIOml7+mca+pmN1/dpfPt4CbUz+jUT3uWl6CRw8MVztMR8m1HWSQPD+ECBcSpxxEK726C2Nw0AiFgY/JWmp5GoG3aBJmRBTGlVhOHuFW1hCVwDy2zPrtp7U3fqsq7pLXjr2gdxnNn5ME9yyFqTcsEmoaX5ZsHUsMBAz2SMzviSZNv3f61hbixSyFOix16Qjfp3StR9ERI5YSn8V4+llzYh/hVjrSnEKMRe32xK0oy16/wphhVztxaXE2nIS7JIm6JvbqEOjCSAdmjdyj0TsnrMPMcJ84+WE3WXVdlBX9XwJl88bBD2WrvVgjXsEVqGRjiWSmBBH/4B5q+Uv2dqE0UXldgZvIZbLNP9j1q2bmZt2nOGu+bfb7vxO3NBNMIWcS+R7RNYWdYubff30y/A9rPrX1oaVMdWskeff4t2pvZc7yozx88sIkdi73ID2qyN7fwbyblHjl9k+2W+mb6PT5qY8hWm00J+j6EKShTUKagTEGZgjIFZQrKFJQpKFNQpqBMQZmCMgVlCsoU9P8ZQRn4UVTBxyuNjlswQl/33WOzPnd3Wi58xvKo0AGCxrWtbxGVsYLsRSZ7H8hxnhfb996m9FH8070m789FCHUhjjdT5UdzPejo3DOxpbX5KiMxdyapXODjCbO5KcVBHdhpGfl3W1h3ydqAw0X12Q5tzUiQMwndJdu49rPfP7RB4Y/ZvnDLIk9q2n388yVMFBPFRDFRTBQTxUQxUUwUE8VEMVFMFBPFRDFRTBQTxUQxUUwUE8VEMVFMFBPFRDFRTBQTxUQxUUwUE8VEMVFMFBPFRDFRTBQTxUQxUf8/o5pKR1e3bBF/rXvhvAlTNyaKiWKimCgmioliopgoJoqJYqKYKCaKiWKimCgmioliov6HohiKSOEz7q+qPaeNF4jFDS7WBITnAQHZpzdfUhmBtNWxMFGXe8Emz9e9X3c7oXxetSVK2LGioqJICL0qk06lMfY8KX36wUXRBnw1RFdryuNb8tbt/Db3f/tobbwNrnX/1vr1wCQmVTHJq6NiiPTuEQazrNh2v0v/vO/zdR6665XAiwgo+WqyYZLSaYEOw5SzDkqgpNN7XRphWbt6Wjsn287++T6naKh8Unl2Sl/lnbp7K6VjR+8puR2/PpsA0wZ9+8zOso6ST6Gfa7oKQsv04qXldaJFkpO8Jg6z/nFC//kI5mGNccVMGbDsf3ou8Rx83iPr5mxCqEhAtOqfH3FUcBmbAIWysl88x6INQrwwf6RmPyvwJ/ZHBRtwWTRwGeNSIyzOalcKv+/PP15oc6jrfle7zeGt7PzoQNP7j7dNeUyk/HnANdsjoNu52S82wqDgBdDMenPyBezu4WO2o8Cqhs7bTVnzrBzQWs/0QC/+nklGQlfEOiI9Uvz3VXrR0JZoUdeUgNnqibc7RA9+M24pon62DlyOF13X6ohy/7k5EjrZkeyYEkRfmfjyITzj2DXg5ssUOyvrXfCDH1rXMZ/bQrLIyKXSBlY9Gw/uHJldZa1pHdLUnwuYRIBj36s3ElYj0zM7uXbEad33Js6MpG2K/Tgfr+HVJKJHatynBJA9Mh7i/0lru5DzyyT/W0ja+97xuXn73xQ7zcWPVvCpvIs5KnudRTMDhw9ijDg12fXDlhZ7jBTnGhh02Ap8/sOBjIO1apOrw9mxl7igo0dfT7P/1XM6ledMhfi334d/rmJrBi6r4cEUXdcmhC1Uu6yBvpqPC2kr6Cqg3ysAjRHG8rqcCsYxre9hCk2Mi7urPVm0y2bEM+nGX/4wwhJghHGBuhiuo6+p3PyCaDogApRbekG7rKQjxFGnrCTKFTxEYwTNTmA6YROP5weMIoRTz/+6mKUAxXshP1pNkX3YZm2iokE/u4CJjsIU+nOwUVBbYTzM++HUiNOR/bJIO/WT5Pj90eq/roqK/eeBElsDq9tn1W0zcNp1+lOGF23K9gODCmTQKNCENufKkX5PGdrQblRQf8lEJNQ20p8EPGAeK4+EA1egs1MDa/a2hx+QUbCGk/s0sF6ZiYmNQaQSCyxsaaYMYwhnUSJiVC2Gq8W/lsZK/fr4caGckplnOiIOu4WV3/SPFTBqXHz+yrem4BueIBxE8xn2C4ENUyWRUEUKWU8npjHocHBa10wlPtAxrnqxwZzsqrJIt2hBKiKlQITChRoSrKIjurq95XoLzOwhrrBydPDsYqcmpx98pqSF7oUS7CJghtqsfEb6fv5ok+GE1zF+xEqUDbk2wKnGFhWu1CXSEH3h4Y49hjTw0AzRttf27uJUF4kI//52B1qqclhuhZ9cv0rrHHrTkiUStkPE1+bHQG8Q3p9YSNqzgLNPlaeM+OCXqARKz+iE1VxudsognZ9chVnl71GbzcvA9eVfSwyYQ/n8CHEa5E6zCKqfijmOFWLo1rc02v5qbo3u2wffFrjnjxVARKvvjjVd71Ai1hepkCQr6HcrWm3twUL+xzqpxw4FC+vZwMA3lsKHOhtO8PszCsbRQugiq9p+SY/cZ5PL8+Poao/J4x9K2p1rsc46ZVou1i25431uxOXwYeiUcn4U1PS2fPvMSK3PWFeB9nP6EAhztqeOvkocChpm0KLGhOdZsQl+sVYqf/V97ouyjXWMtCLdoPn57HVk/KRT5xqkKau+JIEg+b+S1eD+7n1L5pqps29aJj4csHaC+H2LJSX2X+xPOWl+5Hpyspkr2Z5c7+BaVnSN1ZLygobfM4I31S4rs8co+Ay7tSw12BACR2AYWRBSivLKH1dMLpKx/tXgFdoa37wFFMnFXu4/neRljS08X8RYrjxiFYAyvcePDoVYLASyX7RpWbNegn6snTRNBvZfhtt2b2tR2dXdB5Vkz2hmQnytvyHI3uAbX5e9kpQhwpVR1hTbZ0Po2o68DItIBdMsr+bew/ZIFHW2FhtpK9UqCKmxjzsWAY29QdlVKohZmsGBHr8qnYm6PbKvsPmNAlGwuQbPV6aS3ne/H06MgvXU87f7O935TghUQc8+6hf9VDM+kOwzWq2ag66BJJv20wbkkX22DVNDpRm49OzhSoZR8Q/GUh7DtYYGpWW+HR+b/yVuD5C2Q7mgJOJJ+aRC5Hl4QWFh4SfHRDJx9m7/bii5vqYjr7iNH80HR6DJRw8Fl4vLgpE0IKig5eLpB97QncNG1YnmQHjR0kHtUf/5GtcQxPga7u0DvrG4RCOWZ+AOV85FQcnEGlGvIL5qUqnmrch9bXVSysi+z3KLJAqBxo5PcbsOJcHM3pkHxJmr7iYTl9rLVhXCSZf7IQ3wgsFoHCqQWk9vmVGvLxNJFGyocfXqt7C6MzUTpNKyCg+YsFAJ2W1VTBuwe9NcLiY6Qi2d7SoICsXlGXWYwQ9PL9E1mn9LF4rvGjttzIqf6VO9n7SNVi7ZvhE/thiUZUG5EGwabQ++MdFnhY29z9aPbOyELfUYqcu3Wa5ad65WCgNeYAt4AV91kGvdfLMXvoMEJDmHjqQzIIFOvmraG+KbtfkWj/fOE6pGgsauUByfDRkB626PJLcgxcx7AqFmFAX515IqSbuEPa7igzIyLCgLFpMwBWJJdVdXASo1PALqVWHBmMyU+lFVGAAmpt4EEviBGLvUn7VqoF8LPXlWRUfZWlw1sDh+XmgvYHGEdQGXpc63iCb+YqDhww3iqffcAwryqJfH+1Tm6kArgMeqk5SBsPaRRFTyqpuFmQWZ/Xu86IPoO/wJlEIK4cZC5i4ouYqiUzZbaT+TytvPELAnMT7SugpoSxE9HeBECklgUlXh339vfg1claSI9Cq+Zh/XNz5KS/AOD0yTQ66Ef0QHNpF820//92A0c5w12zAZWQfMmMQ4W7IkP2CKWRY8JQMYbvHr6hS2o6+X1vKhaOBymsVEN+NBfwOpk2ov7DgKhOAPh+PjrQP9ApTWzgtMBMJ2wA+qlovK/zEjZZfE8yOpwM+Iyooe4Pwrr0JLHFzJC28IN+SkFwpX+nevHA9qFKy48/EOvuadOdcd+fvlriOppv2oRPmiPtJg5ays2cPrqrPkfuGvWXDkgkiiMmuhSOpSIcOjbTBV6xqDtMeJ5EzAZFsVN9f4D9tX8/tf7FdFrixF0L+A+rn9Wuyi/3tuttnFGrZbGHkmrpB4Q85bvZjzgLQTw/LN2smAI3hsMREzSPTB+xzB/RJt4oS9/jY+UX9GKesVLh08nDLSFE8ZDXD94SzoWJd3gEqkS3pQZ72GupyeDWHdCL5ew8qBI9FaLopzaxMPIORmV4TFqDUr9+RIy3e+iRcSNvbetbr73mfBaiArKZ4hOs2NooZYzWntpavwSDuv3K0FtDNQ+b/6yMTC7WU1EFq9mqFPSP5Q3xwRTsYDOazj564JVQXSSwv1loKiaxkWVDP75H/942xCiPxf5ep4p34yYVUe6SVKqZlNdyWKoAfFbWiuPb5HjNqHm629fysfbWK47v34JI7u7++//SpvvoCBJBom3TQrdujn70/p855DUVyibwMxZA8QjgytfGJ/RkDD65sm/Pc/bRzk/lsj7/9oBKQplZ4ZIPE6x1X3Pv2+PB6t6Fq/MvE1fEWukgSpFAacFy6cHXWtpXBcxj0xjVjgCM4/ny3sBd2aKP+gT+CifNGijBdft0tQfnAlTSFyBNRMWKB/frinAn+twQVPwI4UEL1JLTCMpGNxwNePzz5RCQ0Lo6HbW38A8ctqENQ8GH3NPrcvldKAuqWaMkI0rB190wJPKOOKF0bXGL0hFJTOYp/TgUQemJXQMFzw4+uw88rNX+LxbVb5F313zSjzhL58dDDrjgrrU7jHbwvghZlw1Sxg5M4gAj7M1Do+QQFJej9+pThyDkeSubX6EwgA39YsBphuIjRBj8F5nVGhOZfqVeCXgcNaB41EuDnolJ2OsmqxxMIqkvixcY3++83twPniuvaYlOSf+ZkWRk1mcPcKbqP39/SDxm79Vlt68Q8A0f32Ccew/KWZomTB9tUMC5R0D+MsAQOlHZm0U7e3RxZOkhVFtVj2VwWvua7djrS1JEFaSxK+QJJQzneI0FNBRrrNKGd1zWxvrP3UfPQ1AdZP18ubrWR54d2MKzVqtcRbQ/5kIknKXncCkgDzqD92K9mvgoDZJ7SaVFtMrMDnlaAMVAYF0AoTmYo+F4CHd609vGR7Gt1tMhJKlpForgIiM39Lka0g2sUENeSswUIE3Cyl3a+h4etvBXmjC+ju8vexLPq+ecMU04ohuUTyyvJSROJ3iTTqoWCutbJIyHEvQdRnFOb9rTUW+l8zcnpHt3f3iQMauQkZqZNGjfCUAtAv9NcJQG+mh0qabN3/8eJatAbKxUSDqnYhtLR1/fD/XiIw0u6nes0Ndb0MHFTNYvHo6HjTb2nsJECqJcfqpMazma2hhIiSeXQ3e64LRmfnLywABWPh08aghSxskZUjwSPVzEZe2zemMUvcBrzAdvYbexUmxuu3KqjnfpdTj/V5T8ZRWY21sr9FNOhsq4XlSFklQa1dEG2YqjZydnUqI4YibkXwKMLAr4/VrxLyDbj2S8sBZltc96PVpCHlgstEzMXo8BbEbz2idyLQ6ux8GKJ5yaaH+4UiUlg9sM6PVI5FAnZRUKnsvdam1ZLCSzEt3FzrdOI2B1mBlYWQfSzZne6yACa1esvKPi8Cvj3edVzB0OGEYzXojy1mo4u8DXjo81iTVUyjOfuuSEA5znSMHg60TkNaDYhrW7g/6lQwlyHQl9/gSNnrO7NOX94HqPYwjNPHgMX22F0gKEx0Z+oFQgYYgadae92/+wWsd9+nc6jjEMB9BYgIvxag4FAABdu2RMnfuHFj+5EMgXX2LhrPhQT7G9RBhBSRzhMuYxBdmzdsRZbV3b0OOZOY1OjlWy8Wi4/dK6J77V0HcBcV7C9VB+EuxjZHQjMMuHdLBqMNPr9/zB0js1/cKAWctBJ/dN0+vbb7HGo7pBiBdfxChoKHhkeaVGMac9iTgCL9x4d0Qz3UvZUfRT8fTFmbLF+TX28CKcH+6FoItQjbSCz/voSGKRAkxz7vH5hhI4SJiqj6e/5AvNPavv4QPpxDLVkVB/vg6Tsu6z8Ztmy1itwC/NHVMrxQpGHz4H8BUEsDBBQAAgAIAJxz9Eb60bmPTwAAAGwAAAAdAAAAc3RyZWFtbGluZS9zdHJlYW1saW5lLnBuZy54bWyzsa/IzVEoSy0qzszPs1Uy1DNQsrfj5bIpKEoty0wtV6iwVTIyM9IzgAAlhUpbJWMkbnlmSkkGUJuJuQVCMCM1Mz2jxFbJ0sAALqgPNBQAUEsDBBQAAgAIAFhXG0evSLvXOAQAAN8OAAAdAAAAdW5pdmVyc2FsL2NvbW1vbl9tZXNzYWdlcy5sbmetV+Fu2zYQ/l+g70AIKLABW9oOaFEUiQNaYmwhsuRKdJxsGARGYmwilJhKlNvsV59mD7Yn2ZGyG7vpICkdYBsm7fvudPfdd+Tx6edCog2vaqHKE+f10SsH8TJTuShXJ86Cnv36zkG1ZmXOpCr5iVMqB52Onj87lqxcNWzF4fvzZwgdF7yuYVmPzOphjUR+4szHqRvN5ji8SoNoEqVjf+KMXFXcsfIeBWqlfvrt7bvPr9+8/fn45dauD0wyw0FwCIQs0ptXPYBCGkdBCmgkSENySZ2R+RxmFy1o4IfEGW2/DLOex+TCGZnPTrtFHJOQpkngeyT1kzSMqM1FQCjxnNGVatCabTjSCm0E/4T0mkMdtag4qqXI7Q+Zgo2y4V3OvGiG/TCNSUJj36V+FDqjRFXV/S8WljV6rSpwV6Nc1Oxa8tz6BMbY3+8qXoNrpoFRCF56LeCfqmCiPOp0HeOlH05SGkVBkpLQ2+04I1LmyKuYcTMQJcYJiQGgYjWvnmCbWpZZc4SlHIYw9SfTAN7UhDAVq7WEtx4ax5xADea87LICjpAY2JUkyyj2TNLAFWLojtX1J1XlB/zYL1QXsB+6EVDQpXvg1GDsgKHGAnSjqnimu8BmJEnwhKTj6BKIDH0XDbGIzqHdzodYXJEEWoQkXTYhvvAn2BDetNiO/7v+ypihs7xHLMvAzqRvI1RTw45JKXSB7bR6mJeEfFhA1XwcfKeLW0BIrK3XSmw4hFDl3ewBTXGJZ/jzYeH/np5hPyBeCoTyomVKrdgZZwzkoVQaMSmVeQDwy/INKzOOrnnGGiD8PfwtF7n9mym2jeRjI/5CTG+l5cVWlUKPXL44GhjagZA9jrBoaghPa17c6S7Xe+E/JQpD7P8Moc+jD/SftM069qEDxkL1tyAgz0aQQFFlfys/PANH87bnQRT88maAzzDaAoQKPRXjAlJ1EMIFpHCA/ZKME5/CsF3y61rozjlmK9sW6PtFzeDgILnmD4W95jcKekJytmnHGciarXRnQfem5YH2UJ8GEHIIgKt2JAKkFAXEn/fAXMzILgOtZBw8yVI1MrctKsWtlQ3IbVPwx3P4plKF3ZWs3pG3Va3TH4mifbi4dTofME8SgmN3mro4dIk5wpmmkT2NgIsmpoAmaYDHxhxIWTCdrUErb1RT5j2B2lOYR84wgG1TmnBWZet/vvzdE+ObSNpdtN19PwgEOswIEfkK9keoNK//7AKheHxoZxd9rLan1p1dz0Ms9YEO/8vpkLWaXqgCto66/QLbtkXDlGJ3OgNCJpZ/qqmy7tG7jzDD8TmIij1fOaMZq25BkahSchCKTbUhoB7m/eHi0GgpSj7E9sc03Tww9ecp9jx7i4LmkyK7bYdXDmfFbHudknCd6gvmTnEIgvcNHs+FHghoZ8ROXqDR2/VDm28ej4yvq9peRY9f7t1M/wVQSwMEFAACAAgAWFcbR+q8bv7RAwAAWw8AACcAAAB1bml2ZXJzYWwvZmxhc2hfcHVibGlzaGluZ19zZXR0aW5ncy54bWzVV91u2kgUvucpRl71spi0ySZFhihKjIJKgAWnP1pV0eA54NmMZ1zPGEqv9mn2wfZJ9ownIVBI17TKKqtcEJ855zv/nz3B6ZdUkDnkmivZ8g7qDY+AjBXjctbyrqPOyxOPaEMlo0JJaHlSeeS0XQuyYiK4TsZgDKpqgjBSNzPT8hJjsqbvLxaLOtdZbk+VKAzi63qsUj/LQYM0kPuZoEv8McsMtNeu1QgJnOhKsUIA4QxDkNxGR0VHUJ14vlOb0Ph2lqtCsnMlVE7y2aTl/XJyZv/udRzUBU9B2uR0G4VWbJqUMW7joWLMvwJJgM8SDPz40CMLzkzS8l43XlkYVPe3YUpwlwS1MOcKs5HmDj8FQxk11D06hwa+GH0vcCK2lDTlcYQnxBag5V1EN+Ne9yK86Q+icHxzGV31XAx7GEXhh2gPo6gb9cJ99KvCX34chqNet//2JhoMelF3+GCFFd0oSOBvVizAyqoij2FVsMAkRTqRlAuctm/KqMHgvAqazyBSHY5dnFKhwSN/ZDD7raCCmyWOdQPH+hYgO9MZxGZk29byTF6A9wDnADEw7OVqJo7erGbi+GQjdd95f0hrZ5QBNYbGCQ4PysrQAn9ddK82VXIjNftMJkqwVUKQToD1aQprOzG+5bKDmgcemWITBKZ6lnMqPMINph6vjHUx0Yabcgs765oEsXDbgVyNt0oRJzTXGxVfVd0Oftz+va8M6E+uFE70mOp7VQhGlqoggt8CMYpgm4sU/0uArC8TmeYqLaW474ZowTG4OYcFsNMqjj6ii7RAS6SaTIBxHj4X/CuZwFTliAt0jqSEcq4dfn0v4Ixq/QBK72N84Vak278IP7ywCVI2pzLeExxnA9LMPAU+xdylQhdCKKzmGgRWJqaFhrI/jLNSrUqalX0ndF423TayBMV2c4zHYeJBjFPMZQFVAWMqiZJiSWiMTKHtCM25KjRK3LA4aP1DATpTwmUZ6gyXDZ3lDPIqaI2DV68Pj349PnnTrPt///nXy+8a3bHnUFDrzdHn+aP0XM3qG5L+F6PvUPWWbUflqZ1QtuV09+vnjia3iSTwLcHt5ruSlp8j3Y3Ds9H5JRmF4+teNG5WGYa+IliwOMFpmtqvlSo2g+sI2xFWgrdVr6I4HIXvKgFiAyutTDW3/UGlhN9W0Rq598Vw7V1RKQQk+5l7syDdC55yHN//xR4/tlI/TwH/yRr/1GeL44AnWmOgeZxgR59sCp49TT5leZ9TxdzT6qKxcbMI/J13OHuScslTrKP9DFhd/NpHhw28q+w8qtUQbfNC3K79A1BLAwQUAAIACABYVxtHUZw72LICAABZCgAAIQAAAHVuaXZlcnNhbC9mbGFzaF9za2luX3NldHRpbmdzLnhtbJVWbU/bMBD+vl9Rdd8Jey2TQiUonYTEBhqI705yTaw6dmRfyvrvZzs2sdukzXJCwnfP43v1Qaq2lC8/zGZpLpiQz4BIeamMxutmtLieZy2i4Be54AgcL7iQNWHz5cef9ksTizzHEjuQUzkbkkPvZmG/KRTn49vCyBghF3VD+P5BlOIiI/m2lKLlxdnQqn0DklG+1cjLH4vVetQBowrvEeoopvWVkWmURoJSYEL6vjZylsVIBsx7urTfRE7v6nT2B7QdVRQt7eaTkTFaQ0qIi3x1Y2Qcz/XtcVcWRk4TEP6ihn75bGQUysgeZHz53VcjowzRtM3/zEgjRWkKGnNON/GdwwQp9PMzUV0aOUswCRlHZ7vgymNzvQtA7tfw3afmuUrBnkxdDxaCaXrGYImyhTTxp86mKvH22KJ+H7DcEKY0IFT1oCcd9BNplb8m1vW4P/BGeRGAnKJHvArW1rDq4g2Asb7Hr1a3dlWE8b3rggAl7JwyiLBX9sjfuqxHyEDZI58ZLeCRs/0R/NDScXyLb4lr5unqaytwoo++Xv7krcbTg3m4KnDtFB5TiwKWZh3oZU2QCv5CazDNSxNr6iJLjkJLOdnR0jJ+GVy2tzmpNDkwuIEbHq8UKTIYmjobqt7VYdvsOR5KZ42nsvvb0OfYnWeoV/n1nCCSvKp1umo+c7zrub1nngxTXHlA3vONmEqqidyCfBGCTfbDBcJksOje2Bg8TYIqpMlwnVN3yVADeFtnINe6bxT8/MS6DlfRsmL6B18pvEERE0aMHRMrfR0n9H08A4UbAiAyr/zwdofOUrcMKYMd+BUQKGzCY5mlSk/p2MDd4ANsMHgsTjFpJN3C6CclxMWGAcKrDmuY0VnO72IkmbKJRe/fr+I+p2g5+51mJi9cZ/bsBim6WNuPC6iV5l/Kf1BLAwQUAAIACABYVxtHHdrgKacDAABsDgAAJgAAAHVuaXZlcnNhbC9odG1sX3B1Ymxpc2hpbmdfc2V0dGluZ3MueG1s1Vfdcto6EL7nKTTu9LI46c9JyhgymcSZMKVAwenPdM5khLVgnciSK8lQetWn6YP1SbqyEhJKkppz2p5zhgvwevfb3W9/JKKDj7kgc9CGK9kOdps7AQGZKsblrB2cJSeP9gNiLJWMCiWhHUgVkINOIyrKieAmG4O1qGoIwkjTKmw7yKwtWmG4WCya3BTavVWitIhvmqnKw0KDAWlBh4WgS/yyywJM0Gk0CIm86KVipQDCGYYguYuOilObiyD0WhOaXsy0KiU7UkJpomeTdvBg/9B9rnQ80jHPQbrcTAeFTmxblDHuwqFizD8ByYDPMox772lAFpzZrB082XnsYFA93ISpwH0O1MEcKUxG2kv8HCxl1FL/6B1a+GjNlcCL2FLSnKcJviEu/3ZwnJyPe93j+Lw/SOLx+Wnysudj2MIoid8mWxgl3aQXb6NfF/703TAe9br9F+fJYNBLusNrK2R0jZAoXGcsQmZVqVNYERbZrMwnknKBzfYdjQYstqugegaJOuFYxSkVBgLyVwGzVyUV3C6xq3ewqy8AikNTQGpHrmztwOoSgms4D4iBYS1XPfHs+aon9vbXUg+99+u0bo0yotbSNMPmQVkVWhTeFF2pTZVcS809k4kSbJXQFFkWmMuh5lQEhFvMLV29tY4Be8IF8u9sd5tTaTeSSzOqzRqHKx5dK6ed931lwfzpk/Oiu1TfqFIwslQlEfwCiFUEC1fm+CsDcnM8yFSrvJIKaiwxgjMgcw4LYAd1HL1DF3mJlrg7CgHWe/hQ8k9kAlOlERfoHLcMyrnx+M2tgAtqzDUovYrxoW/6bv84fvvQJUjZnMp0S3CsNuSF/RX4FHOXCl0IoZDNGxDITEpLA1V9GGeVWp00a/vO6LwquitkBYrl5hiPx8QXKXYhlyXUBUypJEqKJaEpzr5xLTTnqjQo8c3ioc3fCtCbEi6rUGd4oqAzzUDXQdvZffzk6bM/9vaft5rh189fHt1rdLkPh4I6b34hHt25cOtZfbd2f2B0z/LdsD1ROncdyjac3n6gXC6+zUUShW7t3L7BqkX7exbYOD4cHZ2SUTw+6yXjVp3y9hVBCtIM+2PqbhR1bAZnCRIc14J3PNZRHI7i17UAsSS1hqCe2/6gVsIv6miN/AkwvLH9a4WA63vmzwpc4ILnHBvyfzGZdw3JPx/q3zKY918t/Nj+rMEEqtMMa/TL6vrvr7KfSth/iQP/tLqwr93Qo/DW/0INlK//Q+w0vgFQSwMEFAACAAgAWFcbR2KoErSKAQAABAYAAB8AAAB1bml2ZXJzYWwvaHRtbF9za2luX3NldHRpbmdzLmpzjZTLbsIwEEX3fEXkbitEn6HdoUKlSiwqtbuqCyeYYOHYluOkpIh/b8bhESeTgmeDb07ueCaMt4OgWiQmwXOwdb/d/t3fO42BZk3Orn1d9Ogp6EQbljFpqeVKfvKUCS4ZaZHFweEo704E5k+k847KD8EXLGv4EQVPllRkTVwjFgbRMkQrEO0H0TZY4l+vsn1VdUWNbke5tUoOYyVt1aqhVCaljiFXr241C2zBqmDmDLqkMfNMQ7f6yJPjQwjR5GKVairLuUrUMKLxOjEql4u+/KtSM1N98HUNjJ7Cl5lnJ3hm3yxL24lnY4h+Ev5UGdvnfZxBoLCgERMN35Fb/6CecbegFl3wjNsDPbmBaNKaJqzTpfEEwsdk5dXpZgjR5Szb2Jq4u4XwCEFLZjpW03sID1Q61xd8QG1UAh3poN2eH1Gh6ILLZJ96BIFycFiw7eveqVB3/CnxRki1RmiFTGTad3FcMPUWHdyslXWOvCmwewBLqxBNYy8X6Fls+xKB/Vfwfe4oxVGs7Qa7P1BLAwQUAAIACABYVxtH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WFcbR0fcq85qAAAAbQAAABwAAAB1bml2ZXJzYWwvbG9jYWxfc2V0dGluZ3MueG1sDcyxCoNADIDh3acI2W3r1sFTEOpmlyqdg5fKQS4R7yjt23vbP3z8bf+LAl8+UjB12FxuCKyr+aCbw2Ue6ztCyqSexJQdqiH0XdWKrSQvzrnABLvQn4+ZY4nMT4pFvh8D1DCV1Sewx2tXnVBLAwQUAAIACAAVk/RGiiTiqPoCAACwCAAAFAAAAHVuaXZlcnNhbC9wbGF5ZXIueG1srVVNb9swDD2nwP6DoXulpF3XNrBbdAWCHdahQNZtt0C1GVuLvybJddNfP8ry95xuBXZIYFN8jxT5SLvXz0nsPIFUIks9sqBz4kDqZ4FIQ488fF0dX5Drq3dHbh7zPUhHBB4pUmEAPCZOAMqXItcIvuc68kjPQJGZOLkUmRR6j9xnyN1FuiTvjmbokiqPRFrnS8bKsqRCISINVRYXhkRRP0tYLkFBqkEymwZxGuxS/x2NvyRLmd7noHrIXL89cE3ScjwrMSApT2kmQ3Yyny/Yj7vPaz+ChB+LVGme+kAcrOSsKuUj93d3WVDEoIxt5tok16C1SaKyzVy9FIuL1FHS94h12CSgFA9B0TgNCbNYNgF2tzFXUc2jBrSGV+1EzVv5bcz7pnGrOsc657x4jIWK8KgP6ayTQJcNo7pJdd1KQQ+NglaGiTgSfhVCQlC9fmslMl8QG7BVXJUnVaWPB/i04r7O5P4WYaiiuoO0bRq1TaMVqOWgbfR1R0Ga226B60JCU6qZ+yQCyL5wKbmRxZWWBbhsZKyxbAh2mb1y3aSuIW6kk/jsH3pj/Eat+ale60wF+B+N+YREbU1EGsDzSqCPhgRrqgGLbWxU5zE1MbucVPGY9HQ9MNkc66bgRRzNZQg4hgHXnHV2dggKkit08Qs5wvYODoIjEUYx/vQkw/j0IE3C5W6SoXdwEBxn/m4C2prbMrJxHUdiahXksol14vqF0lkiXip5DvaMXlY6fG3kmqObXLQH5/M/RnEQoxnMLZlYXeapt6+aw3szp1p1PpvcWgZqxXkAXeTWq5mFIh/5BLDlRaxv+zk1+7AHHeU8NR3TXN9R71m5Fi/glCIwX7rFqalJBEYzHvlwcdpjwH7idhmEr0yHIm6ztKkDpax6s/9VRZstX7fOdv1Qh12s4ZOA0mLsTH1EdYQyK9Jg1EOadx8RFeNOu5HAnRi2eKPFCYo0yz3yHh/qO1+eXXZXPsdPOOt9a+5tYJvLG1Z6nXCnIFbrur2IW+8GfPwNUEsDBBQAAgAIAFhXG0e7r7VDCwgAAEYeAAApAAAAdW5pdmVyc2FsL3NraW5fY3VzdG9taXphdGlvbl9zZXR0aW5ncy54bWytWetu47oR/t+nIFwcoAWK+CLfUnhd6EInwtqyj6Ukuy0KgbaYWIgkuhLt3Rz4R5/mPNh5kg4pKZYcx5F2G20Wq+F83ww5F5LaUfLsR/ou4Sz0fyPcZ5FNOfejp2T8J4RGaxaweBHThPKkeZQ8+JHHvpnRIxMykCacRB6JPV2MJuMWmsgfNByoQ2MIb12t20GDLu7gITJwT4exa8W4VnQYMzptfdQ8oUh5Y7qmET/POmqWRt8CzCihMTcjj34fK2Xt4lB5Bjcx8XzQS8b9rngOudWD0RUP6rZ7gx4+dFRFUfpI7xlto3UYDK4HahvhVrfXUg7asKN0FNTu9drX/UN70Okp8Da57gNLF1/3UXfQ7XaMQwd3AI1UVTM6+mGgXLfbKljDw2v9MJlog1YLtdttpWscen1lorUQaCvAoSpDsYCKoWhK/6BqanuooIk+0SbdAzZwX++hYQf3W61DV9OUVuu4uMfZFZfrKK08nXw5PyA8G4KzoyK3mmeSa7TexTEoOzTcBoRTtCIJtUhIPzUesNbIklImcK6S+1KWpkIQRwAeA3bUlP/KxdJ2MfmLcuR7nxqrHecsulqziINDVxGLQxI0xn9O8yPzvgqS7WlcB/dI1vRobiB/qsIyW5Cz8FwCrVm4JdHLlD2xqxVZPz/FbBd5ldzcvGxpHPjRM2i3rgc6vmgo8BNuchqW/MND8VSHbaEnJVS418fiqYQMyIoGucWW/KmBO5r8eEVOoHs/8bmEqm3xXIJuyRMtB2CoiucyJgIr5agNxPMxiNPvHNQVUeKdi+oBeaFx2UjaEi+i2Ha3rZtP25g9icUu4z4O9CsuYNBhoifhYUs8lUBigsJgpShlyybnb5woZq+nvWQUghUIbrG5ZCJJudBcfT5bqNZXdzq/mbuaedMY62lVIlGWf+n0h9/bvf5fR80MV5HJnqnTaZkLSbJeqxqX5SznUxcI8dS18BenMRZ/14bO75ypaeHGOPtHbYLFEt83xuLvKtC75RJbjmtPTQO7pu1ac0euyxQ72GiMv7Id2pA9RZyhvU+/Ib6hCNqzH1OUBL4nB0TL9qMdrWDPmM9U03KX2HaWpu6Yc6sxtlkcv/xNMpMd30DybEiCPD8hq4B60iykiBwX7QWsyzMYgj9844MmC4kfXVWxvlQfTOvGdebzqe1iy8gljTGOPGTERFiqT7RUbbwEjhi23fjH4K7MPsmA1CCoTXJr3txO4dcRjtz6T5sAfvkPeLPAEJIFjSoAIXHwErLOth/mS0OsIRhEBG1JknxjsVdKmmLoKnCblj6H1NSdAr8jaHJuCLwfrSF16JpX4Jth21ZvsKvNv0COQ23Oa4Lmn6EkP9cEfcU21BC2K8As9d68UUVFiDLMCySvwTUR+R68ILJeA06s5t5nuwQkYoWhTGQ1JrUN2fjXO4ijqU7PFHvKCessI/jk7yl4EXuVsgoakI4NkVe/3pn/dCeqOcWGC4lmzB9cR/ZHYY9AI4kYRyQImJgGmCbenkRrOMTSNdlBObyAmud7Uk2EXzrzn53/GyI8a0K/ZP3LMvCXX67qe1fqem+dDOGQDMbgrLLlH1kvzOAHHREJ/64XVRagvgt2WsqaCZWh+awWCENHF60LmnBQC2haEzC3SPsCNA5xm6lFYM0zDouhn6C5h5UrOXIPK1qPAm5KtunApv1AV+IUWwEsw51G7XykxV0joHCZe432ij4yKJeAkn26IUIPlOGvEuXClltqUY7pTMFxCzif0n0VWAM/FGfxarR3M5wvRdpWSvN5YLvAkzUc+M+ytcA670L6dj9/jFkopQFJ8rxOm9s/ftKRdIrL1O6i3kZkY3Wp37q6aulYnA9FVQXVcZCjwrOpY7tTVRMMkKwh4esNNNZHcWqvzpWe7ww8UYEvW16bkni9+eO/v1enOfEnlaJM+ve6PFCComvhV75/WYzT5N8VeBxVK0PlS0VgdjzOodVPy44JafJ/OYCSdDMIWSg+WFQyDYmYhVF1HFW/nUGu2jI12S5eV9q/iyQzdfkZ2o88uTXGMxI/Q/tyGAvqEsmVF7nJa/twvLDseOBHtCb8p/cDMXnHXLiqYcibHNRo4K+f003Qg+No9tEGBXClq8Gn36oW9MgTSur5vD6n3GLydgQtIX0/NoT92R3nVXC8HsP1m+146bYd8ZgFC/Gd4u2HOVAQn1Ugjcc8Fhe0/K2okWzYtyx240cSJKBWFJ2qLsCHhTiYZZRl2an2UtSOV1DNBKd69yyA5qynsymol+WnKF3X5Ge8ot+vsjeOw5k5Gyp4fhSe6lv0O3+jXxCe6ttix5rDIf0N6HSkiMw/rWgkLsqrRA50aCR7VKaTv5V1hAdT8YktKbiUCcqaIfPouNjiHD+kWU2LoaLfzXccH0WvJ4mZwKxe7OxmcjJwzOHm5SQecZ8H9P0Ml9OBOiwmgXw/VwaZzrk6SL8In65JKkX8ZUs/NeAOQNYb0e6TBso4PjUkZ/qV/T3gNu9qoqnVg4ayq8umXg8YiWZeD8LSmr8MGjXfrNSoeSlGo4z2/RBGu3BFYwxZ4NM8S8uyovYm/7xxL0+HuUoW2ndGiwR8A9wR3FdyWwVBKbPk4SqvmvSlOB7uAu4HdE/zjlUQFNbm8vRHCZTH5exW+ZQ+8kL1ZoLaVZB1vGMqFrXLA+/C5O3oLC4dqbf5cLJK5OTPNK18BzrO+8yelDdrkezFPs34SdCbZ0yB7nuLP2oW91roUW/+o+xUBlDge/e/iv8HUEsDBBQAAgAIAFhXG0eyWyUVAzIAAHOUAAAXAAAAdW5pdmVyc2FsL3VuaXZlcnNhbC5wbmftnXlU0lvb9ysrT2XZaTZT6zRZZlZOKU6dSpvUbFJTwVIkUxyyUEMgj3eTQzQ4ZA5YZlamJiqoCNiglANoloiomKZogqgoKAi8WOd+Tg61nvPX+6710lrWKn7s4bOv69rffe1fe988amezcP7q+TNmzFh48MC+YzNmzAHMmKF04re58n8J2z3aIf9jZtAxmz9n5FDX9Mj/Mhuyx3bPjBl56AVjZ+bI/z4v4IBz0IwZi96M/8yk+D/1nDEj9reD+/acCAFyW6C5YZ3OxkjgPb22yzM3IY4t3Vix+RqkYizs8eM4p/2rzz3KgB44X3fNaN0Jl6T5mwxsHR6k/XXn6MbHCyttj0S5d26qtF2AS8yiSGX2OeVnvbSCqNWtlBeXkDAsP4JIM89vCEYJ8hqk1AcMY+gmf14pn9p13XLsc9fVlcCiEFRXIqS06srMuavcp/5GrbDq3Z5OibYIEsGOizGyEbRsd9LCU9itiWru033FXUupzgeHj8Lyh+kgx4vn2T957M7cR6xofFIrQtiyv6/MIjvHsAk1bQMqdiw2Z9sONMNY/TtJn0k0Ek1lR9kMpUm/+RiOP0WzEL/A1ne+n+4JlR0vzynVBbUWNGyiI0Nj/5quu+F5KtoAQ0GUH2fhi7y58Tw8z3hKMa5eVoxnnBOwXdNWMV+p0u6240xGuqnmpzPTdPwobCsgLmXa9r14fQW79MtJK8G7GBu/6Ugs2g4AhXy+WqPuX5oX2puN395KROwIF7bCeRLfPzJRMiHKsuREWPvNzUYgcRPdSNgcROuqx0iHuhpc/N24cA4IjkbcQhi/VNk2XdfvycIfafNKhzf3d2jJQvjyL2ucaGoJZiGydI2EW6D+BC7O1tM9Te3cdI0nqFwEMUbfaElfkjv5y3mbAw58VnO80Hf8t1svN+UMGtSqGExXJXRuSRVVu7dUI8HKrFwCZ4lbgRktK0n9c/azOT0iVcuxfiBD7fI1zamcd8SH92H5RQ9ojvjZ7RkzsFo4G83QfXXFnZcOdmzhOsMsLBvW8iUCideUOnekcbZxQBiEgHH4MKFQ9vsjj1SYrC1CdasZSqrke3s6NxhBzY1NuQqGlEp7tkcP0CnoLUp0aeHAENLy3TWTqW0rK/t4BZv/khMmHyLYCli6bHgYUdmUmXr50Oeer3bTcRAu1AYsqKIW9brZg8kSAdONUdw5bJq58WkmFv6lIj14ahVW7+NScksHK7t6MjGkELQslUQc7UpaqYWSjrL1JCFhpJYKHKoD1iSp5nlcfsP1YVK6ZOTejoQWIVgY7IwRfc3KRXbXXd8r21EHseAn2poRxUsxI2+VIz+4aaHb+3MIfSUjD0LQl+p3BYqKcV4i/zCLPh8mu4nyhLmLTByRIXLamgs3Aes/WunXTmeqD8J1yFj9HBJB3ipjrdF3Nhb9SB5RSGLNtL65CiNrpFgIwoEB0oGRsTHYE5lWr1ZIW3iU4QAvBy8w5PK5snTPZBL3NB6qvp1Arqqkjtv43qtuy65ej72SvQ05+H6zZf8wt6OeGSNDSobplgXeM9OXx7KkArwesc/QQgsfxHAh0LSNQJd7MlR1JV8dyZdrSbiw9kLbhQZKMdN4/loVV2+G2n7IsggHmLVaY6vLKKOyHFFFdWL5dcS7+BUXcQk8kliCLv8UR4lNyXMLvNRdOjtFJrsIakJRLNaIBHJ3QaS9lPsIc9HWGZmOFXZRNaEMNccAHJ6iCfddmgEuxe/CxmUEqnODuEbtLEEebNir+dSyTHknUMxPSdlOUEyU+AY+uDWU3f71w97KFjl+6PE31Ts8pjHIog9Y/UjKqfMW0pEOre6ZHbL0p9Gvd7UKdAGZxh9yBpMToscbaVuvYxfsxgg996y4t/eJPRj910htu/9pmHUgww8ChOGO6UdSR+sb0sOi8aEzGTmD0ahMUH0OJ1rcWNgCtV2WWm84cwfJTzo0mipB040Mq1X0p7NdHV0A82RKdm3ySgS3slpgmiw2i5E8r6LibLnDxsFxKUwggX9/1kXRCQG8r5jdjc13289I/cNC3lTHS36ER1i3wNHavaoIdwAWqz//46hPMG6JfuoK1qGPsDnnXph3RVK91612HFt9bu7q6TwtzjyG6HbGBKVBPTXfLrfaLEEHwFyeCU2CA/P597H6JKPUSunH4/YarhetR+mHarRN0l2jhdqrM8HsIUMjvNue4qyP1ZVUqNiS2KQfScsKqaE2Xm/c/BPsR2HS0oyk+AfBzYGUchm+XV8Klz5IySRh9f0sUyuR1ccbM8GQWFQg2Ku0/Pin3HROKadSTri142ud90Bot5bng1a/ZeVy36iYGvyjoW2VldRTK6iybvtlAQM2V5p6QyuOV9A6K6mNOMHpdO4WLrOS6pHb3iwYthQzaEbyuJ5pfwEM0VF1ediY2qCphdYxZzJxdwMvX+ouOFKdw6kG5uuTpFUg6aCyQC+yMSRJNjySSuf4+qRrG1VXaHqRZCTZFKIBYHkPnOrJ9y10R9r1ntJA6flubiaS9QCom9lGpBS2HJX2tMUGPl96SRL+CEbm73qJH0qSrXvUc7yhw+J0MQOYoF9Zq23JlLytZ3Vkm0skJ8AQjiM8qRVEEBnMdeCRqHQbB99pJ5Gyxrk5BZzowWy3V6EdFTG2y2IH/GNvDAx45zEqq079ZSdDSVfS03fLo8GpE3ayGmBU0OmnOG4zDMwG4xHVJzEU4OfdeoD0xb6O9nbyWWVNpiOigm5LXslVVR+OTSEICJJhQVUfr/EuHspeam/2sH8sNND36TTx3towIAMMgVeKCop8wV5mcQipEfnRrvkU6H5IWAtRHoocQuwOl4yEjIH7RkZwwpEHp2LtZAHHXAAtqUWsUUpwi19YaYtgJxji6hBavfwWd9iECdqDZp5HpWlfeIAMA/6nAkapb2H7PJE3EFodVevEqvwAleGG8zS4kR/iHZalZW419QDwCDyL/RjsvalmuKqxLC4hhRKLWo/kbqkie0TWb0RyuXiW3/2FZtXWiLeVSHhB/GQ3lUGsGKFeMV/z7MGgswdDK6G3dOCSK+qD04zDfflsBzkFq+g6IrtB2xJV9rufjvS3e2eMunbwEUIEZAowMFstPgU1sBIV+NEn+NbR831NFKYfwZbR84wzTelp46U7wSq0RGrFL81gLC3kyBklaG141+9m6Ladk6d53PfS8w7KA2Pmaz4bdUZyu73+OIOieX7R+an2G+0j7+UTMNsDbQ47Whd8wKSoIjf067NM15ZpZ173HUqVVH1dAAgluQRmhzvCrEPFcimw2itioT66KUb8NIVH5JlPmnn10zhm9Vh9o1576Rf7ZanKK1LlQguNPc54P9WrVeRaMbQCzL5nb/GMY/aSE50FMI9rkWtDhse00pNWxCnwXuJ0aJY/cbhhE/Dy52J2Kv8Gwx1938R7Ve/jV0KmMGmCOG+5gg3aAr3LjS2btSRE2BJsLNdQwmWp8+2ndFZ7ZxrH1Srcc+nGl49nS8VkGcHzfop4/WEcLR0zReIS5djvnt7A3Bp+dYN7CEjSH58XPVnHj7yUP/Rn5fqkLeEbN7o3mrZNEcRWV8eLWf29mKM7q5szI7SnINIGrDymyTgyb9uWmcorlVdOafdTuWBzPRbh6bLx5e3ZW68lii8uBk9jgv9tSFtbe9vrKQOxfK7daRhJ7rpJxq0hHnxRb66/lG8pqyeorHJKDB9h3MIMjDiTOdln7xfbKztMacNub8YoSDYMSsKzkHB+H4G3vecPA+bWmfM4iVZjvhRayNgLHYCGVfK+KeHUb7ziik/JrRvWhg9vvi15gWGm5ZsvIk0x3DNWjGIpsFLzUNuXedoAym6r3b/3IyapV6cH8o6+91lrrC0vK41z8aVL0yuqYFfV/yMl8e3aNluOvh+XpK1jw3JeYh5L1IA3ki/KOK3qOT+tpW1bFTUBeNm7vlXoB8pxP+O7d9ne1g0v42dL2SgphJ+hh/AOkmtHP4SsijxWRYSdZJhUzHx98wpPf1Jo+aCSbMtQy2i3HHtj6bpsh0PFvp4lsorl55b7O8wvx70lywu9Nrsdsg2Z83pY7pGj4X9YJlM+pQwU22ghDFrcwJkRLR8WwXAJzhODhIoS5DjM+pkauGpId36iNqh9flUvEj5QvlKv8pT/EqfDs7hsb8dEE929+RgTMHuV8m+bZ01Zox7WDzCSLyCQ7q4ME1QU2h50eMeh+9rQdoR0dUTgpdNi1zGArm97UB4JgRC7wiWvR7nlMgqCLNfpPJbXqRnZGcvytXqPtIUraxZp9+vBva/tINE+pVTaKRMyNDi+evkTQayaS33CidYBpHveRAXH7XS4Zn2mfn6NkxbYEx6V2V0BDyNly+UmM0an6RHn5hL9Spo2rF3W0cF9ji96pN961rb5FIEsoLg2OEcwsn5fcgOTEJBM5Obb/Zr7nOohQwA7AxJ7m0+vjR7mPuMFfuoa8+53OIHL2pleGy3zz32ldvX8spTs5mgxmnnOMaGC/cTxAU6nFfvoHXtjQM48zvGzFTievJ4ed3xBRAoXPHEWW/WmzDkuxaGgIDPOZqea4ymcjnGmozNOB8B2dLHDtFugiLQRUY9cbpGDJZ09AsrNJ44xFVyuOOE5rZCDdfPYXCvdXQe29/BX3eoLP3jT+3IldeeixXazwzCTQlu8V9u2Sqr2ErzkE1+wjA8rdIaXjOLondG0wsyXNmfq5fJ0/sei09DTg29FblftwhCx2fV4t9wtpjCEFy8h1oqmpf1ghYQpcPhFR2JTuIWm7IxDsQlcPRsa5oJmOVjnID7uHldVpRyKo3clJyTkPSHuZ6y+6kVoGQW9uAVNtuhEHNyYAI2zOpzm1sJ4gUfbFKvNQe1GC52CGcvTft0ZwfWIJtBh9AWsWyIDGKQPROcv3+Hw+ohcfKiDzxFW60pjXj+JS6xvz48D1Fu6f4ykngqw/t1A908m17YK09gwqgW/yUxGur3wR9W5tWwKDzqw9kgF7ZiOoZ5YiH19/Jf9dCgreB10GcwYOlQZelBfd3n6vshcf5B6hseytAFN/zyY6HIK9xnXYR8u9+asp3GJA6xsz5jCPA2+jnmHEVsripnkF9RcYYGSiNYc2sHccWrW5wJiF3RMPb4DskHT4P6KNMJ8+1943Qow28nwHjGubHTTYsed9gtoPcvr67NPwUwbdbnuEHgieFKuST65s1rfxx9M2xB+KqRPLsTSY1M81qxN/m3EQn9iyN5WI1/lP7a7kLnECTbr554Ym1LVl+xLnH1oyVHYrcArAX+0iasn5YwM5Crk7vN3KYfcGfI4q8GJh73MJ1ZPnE495KuP7YQg7PAS7YNWP3dEbcDh538Ebw0H/zqqc6jvGw6nbZj5C3AfviXwWKUSAXNjZxQg7srsnM3hI2pozHBVa7zRb9DciCmpsd4d49+SK2TmWLeNZdPbk6BWcFmZ6cK33ydIeuDigB1ChOekCeRe+L34FHqQWyL8zpXZVPNww4UHxe1ptMm68cK4PCIaYhFLnNxnLZpVZfLbCHAUOEkwvngv10Ph++/axpcVb375ZJ03aM3QZN3idEve7WK8Nc5+1oIjZXvcTZRnsnRYOpPUmKGanPfLA9j3S3YLZzcYbOBGRVhM7m+VXFKZCRveCQ66h8/b/ds29to2eCe8fNLobpKP7pwVB42cZ7FTyx5ce4wIrJ2sod1N5GbCbl3NsJi3bcdM5fDONbPDcsNyJ8mQBk/5yJX98X7T4bbmpU71twv0Fokm64htlCtYfrPLeubm8Dmb2ta+TI64wovjLZ/E8sG46nLawPCclwyf5bP6rqB8D2ayHO2UG1wq3MdTvOFl2ew1s+ODFvcTB4lnJw+enOWsqA1J28KD7N1t934g7e7Wn5wSXaO0WQ/ACmWn1LDGali+Ug5N6su3QQ3ZJMmXCTXjEqwofMT5Fqbnmw7j1Px8SMZ12NesXD8/uTquiVE3Lq26Eh63+sZ38Qb9efW6AB5ZhpxDP7Rg+xzcLNT5tciGuJQqtaFFlSTHSQTTx8Vez3O7q/ePXVRRGsiXy5a0NZ1W3pbOEwct3qPtMTjzkU/0oyohQ2giB5qg360Ri5g8aNZyGxkqCNIzLyvbIx/kRbHpa7S5m3sn27brYcZoHRp5sQPRolbUFFSaZf7zBhbhsPxCOpAZAoLMVTUfqt3jOHfrgQS321sBGto2Jkeb7BvUpozk1jPo7Q/lRW7XVdVN+XnR37PTwHx+mk5Q3E8bqy1/ptIOnInlJ3aqQJWdJo/UzLkw9e8lfXsqqMOqx/PmJItfKIfx7dPj0ybTv+XR//70opVL+UzoQrRVkzL68cThpaj9UM/UFVjZ1n/aWj8TulzZAI3UFHZnjn2hTNg7kEf9E/+UM3nJHX5y1T+1KDVtXXTOJ2T2B4uQDSkTFwnUK3935vuzk5mcOmP1P58uOpe1Oy10iF9kY9m52XKCR0XM/B8o0+0UjG8S/PdTjdpTgVYub9bfFrxa3zOx44H/Em9NOoZiLtpiOfpjQC1b/Q++8Sc9J4et5f/U0nMFF6nUtFozvEBV8+BEV7ml/y/xakrM+ursR9+jJ0Q/d6sf4II3Tw7GWT8MonLByTW1Df2/PUb0HzCduCBL/pd4+d3sQDSy0h45Ad9cpR/gbgVMmWKu/lOLaVp2+xXcNZu13AibDxMds+Nf4n1gY4mGDx1HDnpMCIur/p0PFBiazfLWMrtLnfDgGsi/xGsmCm1Oxwze05qA79W/9IHsz78fELfduTjhwbbd/xJvVx2tQ1MSixn7vxZiMsBsiZBFvilUhy+7JRPlykoSyZai7vSVIHUtFtvoiY+FsJh2CWHbTM+0GH52mJcLQTXhmi/3ZvNYfUO941t3qKW8vL7bTG5NerCk664x+k8NoXbspEA1Xt+Z8V5RsVh+L0gm2u8m6H+jyjtpWtGkrZ3Jyw7j6G5Pb4zCp/6lN/8TzJLQpycAsyTeQnPJA+9XJkTyXj88hLXIOYtj5ttt6vR+8k5IeNY3V42PTZEN6smwo69UkS9vooS6yno6m5nQfc6rHPdIezDSnv07GTkPfMFnxlCEYxcc61b7tBu1+7TDTv++W0+LSemw6CA9CklJuDuQd4qKE6euiBoo5J7/FHpHPD53p4a034zKArDxADf4AYfQyFwHGLDFHVZ7T3eyyV3/Rv5wJRW234u2PIqZw/Gdc1bnz/TZ0Xd3tKbvi37Uz8WzSNoLOry7B1gDeUUyGJzfrje/4tRr63UAxPMwwqP8FlAzSmdjR++TOeddi1cLV4K0hFr4TwK4aJlgpCT0mRpzVW+HUbvFE5NyXDkChy5H+escs3c4B4SpV1LfXMuJiGuesvViOm41kIOMYu6WZmeTlZ1NY4YAl9DduoAOssvoSvCZ2AgujvkpNcE8xnx+JYyQvQqau8BUD5AekEzqOhcbz91ar72OjYmi0YRBpz3tZHBmfaMHvD2bGA9pbhhDYtfYD4eC2Z8WeimbMyZbbMD9cbsPcgCzcx75nYbZyZwcYlMddliHq2lh4tGE1BVa9m7orK2Z9utZJ2F2C9476evq4OPCmdLbx+wZauBeHB4Bmt92Yj9EJyp4eercwTNKzn4XJicivzsf+3kV1bt45f4zsfez+6ulVg6u5mqO16x7irM40X9cEpWk8rFBmAt5eI7ZFz0aL1+D6OPKCG3uv9R/V2vyMGYaj9tU6kkGQ7qKhmvnYi9coMuX8dbWrxh+eqkfNOd4EXYFSh0/MevfuoSr2UPQWX8Gx6VwvQe53p3cQgMPBLyFJogV9fSi7IR6lVQo6ob2oRpoLkONWY/T8wO0Prnq4+8d2n0ZzO5RxkYkH5kcLb7Py86nYRUn4+sz422Ki3ory6tyzvlionL9UUe1D5VqK6V7+vrn5cShHaztZOQ4ZJ45VzeyHIcIJHALzTKZS7TQeCf1DLCLlnCpsK71CdNQd1X6U9/yLgO09p6OjoHRHoqHepOFLZ5X+2GwNvc4TNM4TKN0quv2LPw7VDzcn5RLGHhoefFiS6I2wN7ytsYXz8rJT/89hbNpuTOIfY8CFgozOWZ+I6YhE6fFca+t/6/aokZUAn+N4XtAxZj43TZdPLUg/o9CiF2xZ9RMrhJVSaoKbaHQFgptoVi+/H+6fAmAgtk2lqK6GOElr34d8qCOchzYODY6igoNep/0KqzZPX6idXzDWV12sIrq4k+8VNcZM8i9xsPMgul9yyf8VHqNJ8+kYh4rS9th69blak648BFnx5+Lo/8mQ1xbijlLDs/rESeofcuEOMI0jS5qvPgy+SWDsk/jX1HrpKgi+yNq2BZCE8eQy6YGSjoGiy2ZA/qpRLUmR+MCsI7L1MX87lBGYtxaC72Z815YztxLD0+Ysik9bql0FoCxd54rfNbyN9UI0xtTtgOvYPlNPmuDx7ecfrZLF5vSy0vhPJydYx4eeabLQmPflJcHrRihXMPbgNgy0dKAgMCAKa/YhctNgzostBMcnUVPtSrfEYRZ9GjqWw66YHYwiZ8iH1BIABf6AGDWO3uN6xrXKRvEaa/LCuNScomCpgqxqX5I98Pr1JKQ/EA65mclyz3xtabbnzqAXPIRMyH84s+a+C170pz0Zo4f6OclyX1kpdOmVPEmQNHuoh3T7a6Om25oX83nWfjcn2xdfnf9BduW0hD3NKbv4nePNBN2BYQzHX+6SzsuL+bE32ST3i/avmj7lOYe/Ts8pMKDisq4Wau8+ur3xE4xk++KZlbV2yCW5093e8f7TSOauLYJTqroC3vWVk4xlO9ppXBwe7E/NiIqYsGU5p74u9/s1jXbA8Q/3TUex1dctmug2ZjxqvzV1WmterzfQf6LVhYhfmrW4/hc3RND+pI4P7Xr8X4XG19f0Ez6qWGP49v+Um42tjCF2SjM5rvZUO9i+XGOQIbZ4Lv1ScqaIW3tklE2xl5MoGihwoIoGsG+FoI8tFspC84j9tBdh/9q7Evl3s9B5zILWXmow8hfIB0vevzdRm0ABinqiRpf0PEqYtRXlp8Nsy2loGxGnUdXMPNoODw0OQf9iF9jzGouGR1/l3NrcG+3+Bc2yi5MSHEYaUEIW7S0P2Iv6OXMjjEc4A1BTxtYBzZG1o4uvzdwiWBBt7AgcrXdmfQCmZ8QQMRUVVIbr8E6z+sYZvamc1JaIcxbToAajxIuX2JZElf6SP3pL7riowdgS07HIsWuGmqOsIqSEFPxmO7810WnDSy05nQMPacJirWdOoKMWWH88uVxDtsrUHg0hW450hax0lgD7NEMeoHOsukI4ur2rSdtkv8gmTibLWoYH+YSWcuhKpyFNAZ6A+9E79Pry5KvXe/Lvw6NzvVmhuw37zzo1/ALK8gAQ2JDHfq4/AcpDkdxx3bMLxspObXC+oyp7oZMx78q6G/ZTJfYjECUw1o7y9ZK2imYHeZsayVl9OQzQmST9oZM+zx0rs+cXhw2iImjwN4a2eX+lcJjH3zwXqfozi8iyTYdgEsg3r6uOBsdpaOT/h/fXLGazBzlb6/un9E9tqWfj8YfC5IWiAQyrncPFwYzjzGPrNHewozDZJ9IyfF3hPkRYmCoPC8m0m2PZeiHpF9MZJCDclEBgp8XWui6vGAJKDeajpPZG7+AM7xio7iR1T3H29PToqHnHWF2/ulx6MDyrqHcXB5fOfKsrS9EHHGErwPo2PpxZAwnTrL4hMAkU8G2vwhtQDiDkXpWs/yMON2MO79qxHVZAh9/ah8Vc6t1fv1o/ef0t74YH/st/qjmTGIOe6yDe2m3ng6AKSlgRs6CMX1gFVDbBdVOdEHweNrFxWVgtXi3rmOHD1Oyv85Uz5qW0Zbsd/0XoSGXyIn+oDefPAqPBTts6hN57OfOfyco6NOemWkf7j8HAjen9bAfhfmCjIm7gkQDRUSBaQofel+KgosQzcDmhiHB6c8r8UszPAm0EdGIk+9xFy0ZDuq78fwLzMqnDlKqP3vNAnmQinAq31ONuDApgbDD8G8CoX37U7gAi5nKq5VX/zQUonmC5tfbwn852zzfap965ZeRcHOuqNn9F+MRn5DC1cuj6bx203LcmIqa9Ysgv20LIBPVEkZHUUBrhbjq2b8Ir/mPOc0nPe0scziuXnVqLtxfhEe54/OIwlbbZYncSOqp832ikFiIqsVIW7kohNxxC2CU2o5s3X/u1xalZtiSo7MbjxiTR1ayE2s+dUSW5E8aLWWSXuGpv/BtCAhm0V+mlCSPoeClMpzQe9QkJDckngD6xWwYpQ3o6Omtx+pLxfKwblL1iGYdWmOn7KjsOLmO8/9Tx3jo//b6+aIBeRAu1baQz1AuWau7DZXc+i5M2kte1fIt23UKRpVZOcB1aaOU9ObSwI6Kcq1NkXf1LSx1LWn4QfXgKmutFwLW+zmT22j498SgL313dOzVQ+1dmShnBJ3CBHmisfo5Q0Ow1nmrflXvMVhq8ElI7y1b96FX52UprlNMweO75WkyOaMi1Y3uaXSVi8VVKZMWZhf/Xt45hw7O/lVD5VPN+ywL43O/LsVYUYqiFEUpilL+XSk52ZwxajApf4BEVfm26/UFnKjuCps193KNVQKhedKUam08nlTA+qi76M2cN7Rph8i9UGa3fcrkvDONw4EGvki4MvvDbJWhB+Hbg4snvbAS7WfFSGwwWnHAahZxXrSFE5d8b8F0UwPcZU3vxrXhBjOViF5pVW59k9/lUD8Ke1IYM2fJbSv/Wemqp8S8L5P/x2P4aqVKausKyuV5B9ballnlqnVfSABMyhl1y2F6Qz3CZ2+oTSrrjvgkBRRPWQlWXMHm48vzgLOWHFi6o9ZnbklzJ3WScimZCYacZjqtVaBRoFGgUaBRoFGgUaBRoFGgUaBRoFGgUaBRoFGgUaBRoFGgUaBRoFGgUaBRoFGgUaBRoFGgUaBRoFGgUaBRoFGgUaBRoFGgUaBRoFGgUaBRoFGgUaBRoFGgUaBRoFGgUaBRoFGgUaBRoFGgUaBRoFGgUaBRoFGgUaBRoFGgUaBRoFGg+b+IpgXMdvEnfmLCnfRmzlOJtar+7WeldW8HYOB9xTX2KFF9+HN1wvhdg0lW1dfu//6LwiFh6akIAaMGwCvN95edSZm9YYfVrJ1Lzxqt6jJ84zrlyCb3tsSaPeDMtrH+aW9LLysrVjsKk44d+hQkftKoyVo67e3som9nmlcCp/1w/MzgeYNb18Ifp8vuLEp8Hz3liYb/zWXqoVD0n41a6Bc7pz4k+X7Yy2al6S4lHz9Xenbo8tvmH+pkB65Xe069dtfn7+PDp72jfvwo6M3vsq6U4mzWcdA2DdNcfoxUmvbI5X/OXf6rdP47zZ5u1OO9XrumXvlZqFbUQ7GUDlQQVKbDt8rdvWe8f0Cw8S/7lyB9GsEVvlOb+lBA6cxpT5b+53jpPcA5nuiwNbJ311XA76Y8ddj4f8NnyEbDl2xDnQZBx3frsPu1dXzpGLGx8NTeO7WGkl83f80JGGmgQj3JH8lPSqKhpPwkuekHBfVm41Nb4L6OviBfiC/vg4s3k3dn+dRrdD+VFUSZUjTPs6CROVtbyQMx/heHT+bJBgy5vUIiOcg1+BPCLZgxOlil528xcNM+2a04lGGshzPGwT+Gu5M1VKZAcX82Fxg2UJ5PbOy7v2un6HkjniNe4hPfUM69d9j1aRFNChmttmS5wZCdOiDnE3WM1zHcvoUQzDBIJqIbD5BoTSxJC6ultP/1Aq3TYiFKJkwavzK7XXIYJPoAxBfSJM73tN6lIkU9wnxZA540HM7JZCU44XVoI6mFPBYaOZSu+qJXQurbdSFS3FioW69ytuZkscnw8s/XgUQoYBATlbWrDQaecLMacW57e2EQ4tSAxVUgrosk7juMUkUbMrjbhvkDRPPhOZHykHUs6UtjX6vWU1/EsqPk/gXkAIeLYJ8OPr75QtX1hv0Oq7XQZ3Vbx+//HWhnIfxoDzpUl9xBxCbfGfWXNPi7jQV/WZ0BFgPfspGjCahQiIMGaKVPu4+Hm5j0nyhCX0lvexCXnM9jGK2HMm8Vo92YSzrhHMhuX2F+LtsX9ARD/qrzWki8zIStkenX8xH4U60TDDw6vMips4/AA0Lr6PMrt6VnrEgU+wWHoe1Hl8TK205Sv3yrd5eZOQb9l05k9kgw5oL2oQxtUpfwd8dB26oa2LAbDecEb3yVHndfl1z0emckeUQWaqJWDgvLbQ/KXuU7RzAUWdtfmzMU80fY5Qy2bNRSBvE509SHSrhz6h3ukrjVhrOXcDeEjnuLtM3ddOsIbnkOZTXhlrzJxeNNFuRf4AhZ9IkHUC3auRh1vXONOOO4//H4mmc83hp/PRLdeZEYCWSEtoGaztv7tOKTo//0lhr0QFkbHGFA1sw0c8MwEeLGsR1SFPBP+8Nl2tkuD9XmdA31Jl3XVmNnnCH8FUxXZW9ff73Vphm0m8uIb+RlhWy52lv0RxgmCw+lDEvCuPDFWKrwPz+2BKd2g37BjHKsbytui1itKFJshmc2C4cP579o51dSlaqoK/pIYIhrjDHKnDJqrB35BDbcZsEy87kFWOsrbi3EBgGP9JW052Vj4I04Cx1AsJqJwELQEq8dkGn/xjIjt3f1I4YR81YH0gsbhgBOuPM2YL7SQGyXIdmOPRZcvy2/V+SGEyHbezjOK8Rhcgq2YDbYfuGtJQYWud2lrRGvi+NSCNGuNgw1x6yKk+XO68i0owxcV8lcLxyCXaqRpOEPknx1VEUa6Fe9YecGd71z+dFIOBD3GtRtCJOXkRglr0iwpo+tzhqpqLuaieWvrqSGiEQ59OHoC1tynjAFl1PVYBiW/4G+yi05nskrquvpnGg0PvM5hW4Pyg+6DHdYjKOXy/+FXu+LGoGUCLB0Tmn1uzzhHehhjs+ybMeTF63nilWq9VCjVUmQ1FAv/hif5r9IdwSLuYnAdSzzWcS4BXVjPzThiP+gM2CisUB96wlXLqSxyjrQliQ673bmSAvX1W990IXtzFA35kALDyl8+jr/BSdZdtZyIQdL01jqe419m8bjGwi0dzF9wqi89ZFPtAFMkAcaldnJWMf84iNQf3InaNltLlwfoRYuiO3TnuGyrqWS1qOl/QBp20wtqPVFdZqRtOQBD60FFUs9rU9vYQZp1VseLfBxOUs4m8QEPVZFEV5odnzFYpi0sC79pATg5R4lSwFLKsCrmhaBmSHvxuSBJu8VwY93m3ufRtyrf9/vOE7Dgsx6cfte8o/X5mgq6ZHHBrtMpQ2v15HVgZ10T1LOIIk2gHtj5fTuAmP80ps7jjBrZwPirACXWkJqanMqSRODIUHwwd3GTDoiZLdNw4DBQAj6Q+jlSx7LorlBgeVeVf4i5cjTvzc12JKDs+9H0/Y/XLW/PYe3R7BLOQ9KFNZJrRya2TlQb8dLdhK38pMVhGsQlZd0EEoiSdWTwplxKePX55WXFH0YwCqBvEohNyiStzjOVsPcEk4YOyXYyGG20DeI10vyDB0dG06ufe9M/cGsxlBz2w3VVSUa2ttXJZIp+r8xueW8knoahZcIGnm90mIITscxb6LLeelcI5z5Aj0/nYZyMlF8GyGD++s1UHBvLezIOKgHxybMTOBBl1aw15NHxgwoIyHNfmFmSP/W4eHrXnU44X067wRM0xnmtRbRuicqvMXewx98dtn1BLf3q+z9MSTz0S/3XKLKtvUiVBcHzriBzSPW5JqhZeTnWH1BNrHcaA3/qVf8dVqS/QTv2z63vXC1UJICZZa4oZQfLkcOwFtz8CMp+S1dOYYDYp8X3mQdKsrRh+bku/8sjeTJikhlPuBRCsJiWISObISvCDCKgzhT5uweMJK0GETSQnxCOSqGo+YoDMJ0aPj7VTR6C6jIVfI256s1Gr1t//2xYMUcFjjCj96fvPJxYvHePg/geZyMHInNNzfdXbNp0f3rK1KdNS14kAkHPFNflQnJMkl6JBW255BOW9On6/XHcuJS6lnr0+/70ox8N3YO+eAkixjbjyYCDdVA6v4DYqbFRiAvf3BRcY0AfpEDEovc5MEEzyJtEgCQxlAwr/QjdNSOrHzdVzjm89o612H8vFl1W71dvRpm+IVFsEIvldaqylLB07qh85RVOKambtULjeMw6mHq8YQUfuaet+vPBS426ZKHqvHG3pvU2C1SkQh3F+sGVSMv8NMBdHSgzQWNyjmw6koqrLCjoDG6Xb91kWR9PkPYdvtDwOW6ozohqlsAHSSXW9xDtVBadal83Hw95TIhV667YOk9+72IEfJQuPOGUhU4Ai4q6OPcwVY3mSSkMHG6ix5RSv0g8sEVM3682iI8aEfAgURj2QOB+Gys30DroeqiK56nYdZn6EDIBdITt3UlXMbV+r9y3RY2IUE+4LaT5jq822GnvdWZK9QK6OoxaIi9BwaUwpjfOtLUE/eonlsib1NfOv0pln8Xy2dJuSwjYSucN+dGDzxsmwVdHTe86I/01UUvONXSryHwnV8Ev318lvvUl4nrfTZIyOkufc59t+isea5s13NjMbThB6H/cpsSg7dHHIak8y5y0b0Fu/xENhfSZ0dDNOxQtEi569h8NkZggIWMQx9G8OZXzeGhuCrBOn4JTeqvg/IQM5EUZF8JNoiUy4+6+8QexBo2uARmy2QU8yeLM1mxJrV7Sc+YpE1v6i209nu5EwM7KrqOY0Qfu/IxEo5yq+Xoe3s/ZIcxsuNszIcgZ6WLIKWGFIH4cnVcCteH+erL80MVG2NTAvubBQUCN0fUhbDTlMHYH5cZjh5tVADPrLtwO9vtmGt5Y448Mp8cGq1vdBkw1hNgM/MoCDtZgD18vnhML1540TkxS+5CwNr6yPeC6PcCg6HRuBQG1x50bftgoixOOBqXz+AOh1l8G3teJZXx/daJLjxKjDd2ODf3oxsPNNa+Uq/hbdPIg9a2bPKDmVvo/OpLzLU+e2H0jf38XG/7BUWcOZh8ngysZKgDyFSOFny85oYProZxSmp6QIuSV6RyC83RoVc2M4EYSxpGh7WStfKHpciqkKE6G/tjMKCAEogjekHE5kFSeqNwdD2gXmefUEIUmKKuJ8fj6nX08eYxEiwrjqlVG3PkyUbe2KOkrBK51Q6ZOsKoldSiSH6HlmwkYz+7YEZM4YAh8ZULL83gbjg0Iki0kpKfibWXHajD2dxu4kIS+8TddUNb+Hydg2x7H8vHns3BgK7eJ4n7P6vJWNIlreuYdzo7+V3LftT9rgnh40LfZnkqY3kiQboaTujPcOMW9Xpz+LMK3OrUevPJ++9IFt0HJyMkOZDjdvhQEXx4rJI6PjB5arRzfqjdePNPZK5w7M/HWdqAN/via3A0HcBmMLve3hIxMDRUldPdLCgGiQtBzLFPIMmnLoxsFEPU2xaRi+D6rNRzbEMEzx04V7PuDVhkSJjLH7rz0u0qZKy68E89KXGcP5djYvU2jfTiQOnzzHoIc7euWTBx2TtSp398Ag2Q9+Nx1+G9u/or1P1dRWKggHBs2cWEuFsDBOiLRFn5kDavSUtXLuJPjRWibfHrKsmCgVRydsC7q1sZJN5lo04zdIgpXGdXh087nyAwHoxk1Xfw+VG3mrhHMCWsQXPcCFS8hCy+fnPv2BZ51yBjnx+GxFBDH6qxmsliApkQ4o/aBi7pUpX1qxqj+pVRad2uTnWMSu/9EKBAc5erYAuAefyli/dKtEohOXKlDEef442hAZU2MqmtSvtU6G72oKdbAR5aXY6pfU3x21Qxwe0TLltge7aJWTKpg2OwQEoN3t6bz3tV7Mu+5EcJJotbIiKp77AvOKXUKwJiZY8xim+sB3wHO+1pDTcnn9W3MHJbmvBJ+jVX+nz8koUmnX35r5IQUixGGDL7BdGuModeE62zja23HeGGvqaxK+vW+/UEcuie5l2ADWhfAKL1pt4EY8GHjy8N3yxPda5g8G76iMccSYNxEVF2YDZn2NS/uDNe1e1Tce+zHn6WJaonAXnwWy6CinzSVEad6++6R031jyOYBs2NwDGU6ywy7/gsaueMwJPMvKzui+DMpbXVyTT9f84lf7lBKZiFEB69ChEQ3yMzgfXsjtxcLdHQcHy63L46o7FB1fQ1wwaCksw8zOW1mKqZZ7cw70AzaYB1XhPP1B8XSg65rNCvLMNckQAbnSuS0noEIPnKMj3n60V507cWQO090PSKJFCLCarFzt4DBDv4nFMqwvKxllsvPn+4WnhHY63v9aWF1Td+bGBZWeiqG3Rfs0+8KDYSkFgcxJIeh7LkcjNVCsSAMzjJcSny0AjBS8MfkSVMMoLcHy1LtbxqLrWqo1hKA+09hAYwew/WgIEghBhzfCHZDZ9P87nceIu/25vBbvOMmXjNtCuFF+AoIXy1wGOcWWyjeJIXhtWTn9zEJmAqkBqO1m7lxucwWaRv10FizwO9vGSyXrK0N8lSxrd0hG1/yRmjoMYon1bEZpacHQ5GsoNvIT07n2P+WmzJCtRitOVr2MXvWm9B++1HuwOvTbWFLzevK272KrUGe21vSK4SAMthb4W7q9LY/PGlrMswQr2dJSaymGGD9zDNhP5oeYgyf+gCB0bUCzsuy8Vwibpj4O1IJifUVpUZaM7yt3S8MGF8jq8q+hp1KudRaW9xDUL0PAMWKP7ykld+2Dy+pIq68Y/eeX3XLcc+bwIS+AKmP7mgXx61ySF5mxoq6EP/8csOp01NZXAga7efdv6qH6OnMybgZsU3lnNdLgpcSwt4tMPBDDXjsJOO1tyl+3gPWrNIZ2WPSqPpvOhMXgWZn5knG9CSDZQfx3QERVIlc+tJa7PvTU2FVS/c9iyqKZPwlZtlzZKlJgYcZTCClA8Dxd3paD/5AjynRhffPBguHHEK83sv9mJq7J4uWzOeqSvuyLXJ5apDUSp60yW8Cr/dQ+j2sPJX2aYvhZZbz8jMBqcm41S+zPUTvbdHPuIcC9k1fUby0cJ9tNB6OI+I706pPceOwUV7vp0ucQhTqgtqHZLP9EcYzwohV6ZNz+1Xv5HKf1JDY7m2PGOA4Pn+slXTPNngs1ZUE0LQBnRwx29pXdnS/LoE+IKEJ+Gny8gRVPblMlpb9QAdSpaSHntjHkmc86F+Y5XKtBnWgIa5jyjRFkEiAWpmtlgNq3Lw4eMZ8l8H99vty/nT/a//A1BLAwQUAAIACABYVxtHu9LkSk8AAABsAAAAGwAAAHVuaXZlcnNhbC91bml2ZXJzYWwucG5nLnhtbLOxr8jNUShLLSrOzM+zVTLUM1Cyt+PlsikoSi3LTC1XqLBVMrI00DOAACWFSqAaIwS3PDOlJAMoZGBsjhDMSM1MzyixVTI3t4AL6gMNBQBQSwECAAAUAAIACACbc/RGBlydIcYDAADNDwAAHgAAAAAAAAABAAAAAAAAAAAAc3RyZWFtbGluZS9jb21tb25fbWVzc2FnZXMubG5nUEsBAgAAFAACAAgAm3P0Ri5rEjCiBAAAFRcAACgAAAAAAAAAAQAAAAAAAgQAAHN0cmVhbWxpbmUvZmxhc2hfcHVibGlzaGluZ19zZXR0aW5ncy54bWxQSwECAAAUAAIACACbc/RGtCai1toEAADNHAAAIgAAAAAAAAABAAAAAADqCAAAc3RyZWFtbGluZS9mbGFzaF9za2luX3NldHRpbmdzLnhtbFBLAQIAABQAAgAIAJtz9EYa2uo7qgAAAB8BAAAbAAAAAAAAAAEAAAAAAAQOAABzdHJlYW1saW5lL2kxOG5fcHJlc2V0cy54bWxQSwECAAAUAAIACAAabUxE38f26moCAADpBQAAFQAAAAAAAAABAAAAAADnDgAAc3RyZWFtbGluZS9wbGF5ZXIueG1sUEsBAgAAFAACAAgAm3P0Rg9rEPhAAQAAuwIAACoAAAAAAAAAAQAAAAAAhBEAAHN0cmVhbWxpbmUvc2tpbl9jdXN0b21pemF0aW9uX3NldHRpbmdzLnhtbFBLAQIAABQAAgAIAJxz9EZU67F5EqYAAMwnAQAZAAAAAAAAAAAAAAAAAAwTAABzdHJlYW1saW5lL3N0cmVhbWxpbmUucG5nUEsBAgAAFAACAAgAnHP0RvrRuY9PAAAAbAAAAB0AAAAAAAAAAQAAAAAAVbkAAHN0cmVhbWxpbmUvc3RyZWFtbGluZS5wbmcueG1sUEsBAgAAFAACAAgAWFcbR69Iu9c4BAAA3w4AAB0AAAAAAAAAAQAAAAAA37kAAHVuaXZlcnNhbC9jb21tb25fbWVzc2FnZXMubG5nUEsBAgAAFAACAAgAWFcbR+q8bv7RAwAAWw8AACcAAAAAAAAAAQAAAAAAUr4AAHVuaXZlcnNhbC9mbGFzaF9wdWJsaXNoaW5nX3NldHRpbmdzLnhtbFBLAQIAABQAAgAIAFhXG0dRnDvYsgIAAFkKAAAhAAAAAAAAAAEAAAAAAGjCAAB1bml2ZXJzYWwvZmxhc2hfc2tpbl9zZXR0aW5ncy54bWxQSwECAAAUAAIACABYVxtHHdrgKacDAABsDgAAJgAAAAAAAAABAAAAAABZxQAAdW5pdmVyc2FsL2h0bWxfcHVibGlzaGluZ19zZXR0aW5ncy54bWxQSwECAAAUAAIACABYVxtHYqgStIoBAAAEBgAAHwAAAAAAAAABAAAAAABEyQAAdW5pdmVyc2FsL2h0bWxfc2tpbl9zZXR0aW5ncy5qc1BLAQIAABQAAgAIAFhXG0ca2uo7qgAAAB8BAAAaAAAAAAAAAAEAAAAAAAvLAAB1bml2ZXJzYWwvaTE4bl9wcmVzZXRzLnhtbFBLAQIAABQAAgAIAFhXG0dH3KvOagAAAG0AAAAcAAAAAAAAAAEAAAAAAO3LAAB1bml2ZXJzYWwvbG9jYWxfc2V0dGluZ3MueG1sUEsBAgAAFAACAAgAFZP0Rook4qj6AgAAsAgAABQAAAAAAAAAAQAAAAAAkcwAAHVuaXZlcnNhbC9wbGF5ZXIueG1sUEsBAgAAFAACAAgAWFcbR7uvtUMLCAAARh4AACkAAAAAAAAAAQAAAAAAvc8AAHVuaXZlcnNhbC9za2luX2N1c3RvbWl6YXRpb25fc2V0dGluZ3MueG1sUEsBAgAAFAACAAgAWFcbR7JbJRUDMgAAc5QAABcAAAAAAAAAAAAAAAAAD9gAAHVuaXZlcnNhbC91bml2ZXJzYWwucG5nUEsBAgAAFAACAAgAWFcbR7vS5EpPAAAAbAAAABsAAAAAAAAAAQAAAAAARwoBAHVuaXZlcnNhbC91bml2ZXJzYWwucG5nLnhtbFBLBQYAAAAAEwATALEFAADPCgEAAAA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6.809"/>
  <p:tag name="ISPRING_CUSTOM_TIMING_USED" val="1"/>
  <p:tag name="ISPRING_SLIDE_ID" val="{4A75D1F2-EFAF-4D7D-8049-72E4E1C9A5CF}"/>
</p:tagLst>
</file>

<file path=ppt/theme/theme1.xml><?xml version="1.0" encoding="utf-8"?>
<a:theme xmlns:a="http://schemas.openxmlformats.org/drawingml/2006/main" name="ST-Template-PPT-16-9-Apr2013">
  <a:themeElements>
    <a:clrScheme name="Custom 1">
      <a:dk1>
        <a:sysClr val="windowText" lastClr="000000"/>
      </a:dk1>
      <a:lt1>
        <a:sysClr val="window" lastClr="FFFFFF"/>
      </a:lt1>
      <a:dk2>
        <a:srgbClr val="1C2A57"/>
      </a:dk2>
      <a:lt2>
        <a:srgbClr val="BCBFC4"/>
      </a:lt2>
      <a:accent1>
        <a:srgbClr val="6CB2E6"/>
      </a:accent1>
      <a:accent2>
        <a:srgbClr val="B7007C"/>
      </a:accent2>
      <a:accent3>
        <a:srgbClr val="999798"/>
      </a:accent3>
      <a:accent4>
        <a:srgbClr val="C4D6EE"/>
      </a:accent4>
      <a:accent5>
        <a:srgbClr val="A1C037"/>
      </a:accent5>
      <a:accent6>
        <a:srgbClr val="F5D312"/>
      </a:accent6>
      <a:hlink>
        <a:srgbClr val="501A56"/>
      </a:hlink>
      <a:folHlink>
        <a:srgbClr val="26451C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40d99cd-82a3-4e1e-9613-aea8615acd63">UVQRTWZAYZKY-5309-2177</_dlc_DocId>
    <_dlc_DocIdUrl xmlns="340d99cd-82a3-4e1e-9613-aea8615acd63">
      <Url>https://epm-st.st.com/ProjectServerST/STM32BLE 90nm Dory/_layouts/15/DocIdRedir.aspx?ID=UVQRTWZAYZKY-5309-2177</Url>
      <Description>UVQRTWZAYZKY-5309-2177</Description>
    </_dlc_DocIdUrl>
    <IconOverlay xmlns="http://schemas.microsoft.com/sharepoint/v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3FC290ADFB16458C1F2D6748037480" ma:contentTypeVersion="1" ma:contentTypeDescription="Create a new document." ma:contentTypeScope="" ma:versionID="a5ccebf71f17baad95f8bc349c09a246">
  <xsd:schema xmlns:xsd="http://www.w3.org/2001/XMLSchema" xmlns:xs="http://www.w3.org/2001/XMLSchema" xmlns:p="http://schemas.microsoft.com/office/2006/metadata/properties" xmlns:ns2="340d99cd-82a3-4e1e-9613-aea8615acd63" xmlns:ns3="http://schemas.microsoft.com/sharepoint/v4" targetNamespace="http://schemas.microsoft.com/office/2006/metadata/properties" ma:root="true" ma:fieldsID="b01f6041300ebbe8d5f0a78e015239b5" ns2:_="" ns3:_="">
    <xsd:import namespace="340d99cd-82a3-4e1e-9613-aea8615acd6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0d99cd-82a3-4e1e-9613-aea8615acd6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FE245A0-8B46-4B52-907C-9703292883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ACAD99-2AA5-420A-A4EA-907F67235317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340d99cd-82a3-4e1e-9613-aea8615acd63"/>
    <ds:schemaRef ds:uri="http://schemas.openxmlformats.org/package/2006/metadata/core-properties"/>
    <ds:schemaRef ds:uri="http://schemas.microsoft.com/sharepoint/v4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87CB982-D205-4C5B-A4A6-3675743C42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0d99cd-82a3-4e1e-9613-aea8615acd63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8C77096-EFB7-424D-B079-4B63218938C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73799</TotalTime>
  <Words>993</Words>
  <Application>Microsoft Office PowerPoint</Application>
  <PresentationFormat>Custom</PresentationFormat>
  <Paragraphs>132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ST-Template-PPT-16-9-Apr2013</vt:lpstr>
      <vt:lpstr>STM32WB – BLE SW Application Architecture</vt:lpstr>
      <vt:lpstr>Sequencer</vt:lpstr>
      <vt:lpstr>  Sequencer</vt:lpstr>
      <vt:lpstr>UTIL_SEQ_Run() / UTIL_SEQ_Idle()</vt:lpstr>
      <vt:lpstr>UTIL_SEQ_RegTask()</vt:lpstr>
      <vt:lpstr>UTIL_SEQ_SetTask()</vt:lpstr>
      <vt:lpstr>UTIL_SEQ_PauseTask() / UTIL_SEQ_ResumeTask () </vt:lpstr>
      <vt:lpstr>UTIL_SEQ_WaitEvt / UTIL_SEQ_SetEvt () </vt:lpstr>
      <vt:lpstr>  Overview</vt:lpstr>
      <vt:lpstr>  Scheduling</vt:lpstr>
      <vt:lpstr>  Priority</vt:lpstr>
      <vt:lpstr>  round robin</vt:lpstr>
      <vt:lpstr>  Event (1/2)  Enhanced blocking feature</vt:lpstr>
      <vt:lpstr>  Event (2/2)  Enhanced blocking feature</vt:lpstr>
    </vt:vector>
  </TitlesOfParts>
  <Company>STMicroelectronics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CM4 FW presentation</dc:title>
  <dc:creator>lionel.chastillon@st.com</dc:creator>
  <cp:lastModifiedBy>Remi QUINTIN</cp:lastModifiedBy>
  <cp:revision>1231</cp:revision>
  <dcterms:created xsi:type="dcterms:W3CDTF">2014-03-28T13:01:58Z</dcterms:created>
  <dcterms:modified xsi:type="dcterms:W3CDTF">2020-10-23T07:44:25Z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0x010100CD3FC290ADFB16458C1F2D6748037480</vt:lpwstr>
  </property>
  <property fmtid="{D5CDD505-2E9C-101B-9397-08002B2CF9AE}" pid="3" name="ST Location">
    <vt:lpwstr/>
  </property>
  <property fmtid="{D5CDD505-2E9C-101B-9397-08002B2CF9AE}" pid="4" name="TaxKeyword">
    <vt:lpwstr/>
  </property>
  <property fmtid="{D5CDD505-2E9C-101B-9397-08002B2CF9AE}" pid="5" name="Sub Topic">
    <vt:lpwstr/>
  </property>
  <property fmtid="{D5CDD505-2E9C-101B-9397-08002B2CF9AE}" pid="6" name="Topics">
    <vt:lpwstr/>
  </property>
  <property fmtid="{D5CDD505-2E9C-101B-9397-08002B2CF9AE}" pid="7" name="DSDocumentType">
    <vt:lpwstr>3704;#Template|7440dd85-48b0-4e78-88b2-15e4cd19a90a</vt:lpwstr>
  </property>
  <property fmtid="{D5CDD505-2E9C-101B-9397-08002B2CF9AE}" pid="8" name="ST Organization">
    <vt:lpwstr/>
  </property>
  <property fmtid="{D5CDD505-2E9C-101B-9397-08002B2CF9AE}" pid="9" name="PublishingContact">
    <vt:lpwstr>Clara COLOMBO21368</vt:lpwstr>
  </property>
  <property fmtid="{D5CDD505-2E9C-101B-9397-08002B2CF9AE}" pid="10" name="Doc Date">
    <vt:lpwstr>2013-01-30T23:00:00+00:00</vt:lpwstr>
  </property>
  <property fmtid="{D5CDD505-2E9C-101B-9397-08002B2CF9AE}" pid="11" name="Display on page">
    <vt:lpwstr>Yes</vt:lpwstr>
  </property>
  <property fmtid="{D5CDD505-2E9C-101B-9397-08002B2CF9AE}" pid="12" name="Sub TopicTaxHTField0">
    <vt:lpwstr/>
  </property>
  <property fmtid="{D5CDD505-2E9C-101B-9397-08002B2CF9AE}" pid="13" name="ST LocationTaxHTField0">
    <vt:lpwstr/>
  </property>
  <property fmtid="{D5CDD505-2E9C-101B-9397-08002B2CF9AE}" pid="14" name="TopicsTaxHTField0">
    <vt:lpwstr/>
  </property>
  <property fmtid="{D5CDD505-2E9C-101B-9397-08002B2CF9AE}" pid="15" name="ST OrganizationTaxHTField0">
    <vt:lpwstr/>
  </property>
  <property fmtid="{D5CDD505-2E9C-101B-9397-08002B2CF9AE}" pid="16" name="TaxCatchAll">
    <vt:lpwstr>3704</vt:lpwstr>
  </property>
  <property fmtid="{D5CDD505-2E9C-101B-9397-08002B2CF9AE}" pid="17" name="hfd4f7438eb64b4fb2740c42c2d09f06">
    <vt:lpwstr>Template7440dd85-48b0-4e78-88b2-15e4cd19a90a</vt:lpwstr>
  </property>
  <property fmtid="{D5CDD505-2E9C-101B-9397-08002B2CF9AE}" pid="18" name="TaxKeywordTaxHTField">
    <vt:lpwstr/>
  </property>
  <property fmtid="{D5CDD505-2E9C-101B-9397-08002B2CF9AE}" pid="19" name="_dlc_DocIdItemGuid">
    <vt:lpwstr>d8c35f43-7903-477f-a478-1c4e0e364071</vt:lpwstr>
  </property>
  <property fmtid="{D5CDD505-2E9C-101B-9397-08002B2CF9AE}" pid="20" name="_dlc_DocId">
    <vt:lpwstr>UVQRTWZAYZKY-2210-1943</vt:lpwstr>
  </property>
  <property fmtid="{D5CDD505-2E9C-101B-9397-08002B2CF9AE}" pid="21" name="_dlc_DocIdUrl">
    <vt:lpwstr>http://epm-st.st.com/ProjectServerST/Shark%202M%20(450)/_layouts/15/DocIdRedir.aspx?ID=UVQRTWZAYZKY-2210-1943UVQRTWZAYZKY-2210-1943</vt:lpwstr>
  </property>
</Properties>
</file>